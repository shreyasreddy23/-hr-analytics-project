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57" r:id="rId12"/>
    <p:sldId id="271" r:id="rId13"/>
    <p:sldId id="275" r:id="rId14"/>
    <p:sldId id="272" r:id="rId15"/>
    <p:sldId id="276" r:id="rId16"/>
    <p:sldId id="277" r:id="rId17"/>
    <p:sldId id="273" r:id="rId18"/>
    <p:sldId id="274" r:id="rId19"/>
    <p:sldId id="278" r:id="rId20"/>
    <p:sldId id="290" r:id="rId21"/>
    <p:sldId id="289" r:id="rId22"/>
    <p:sldId id="291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32185"/>
    <a:srgbClr val="0A200F"/>
    <a:srgbClr val="CC0000"/>
    <a:srgbClr val="1B1682"/>
    <a:srgbClr val="FB9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30192-37A4-4311-BD08-C8269B9DC99B}" v="106" dt="2025-11-05T13:49:09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nya D" userId="93b808fa8a59563a" providerId="LiveId" clId="{A2B72299-90BE-406F-BDDD-FE3AC415CB75}"/>
    <pc:docChg chg="undo custSel addSld delSld modSld sldOrd">
      <pc:chgData name="Sharanya D" userId="93b808fa8a59563a" providerId="LiveId" clId="{A2B72299-90BE-406F-BDDD-FE3AC415CB75}" dt="2025-11-05T13:50:28.757" v="1843" actId="47"/>
      <pc:docMkLst>
        <pc:docMk/>
      </pc:docMkLst>
      <pc:sldChg chg="addSp delSp modSp mod delAnim modAnim">
        <pc:chgData name="Sharanya D" userId="93b808fa8a59563a" providerId="LiveId" clId="{A2B72299-90BE-406F-BDDD-FE3AC415CB75}" dt="2025-11-05T13:47:11.877" v="1830" actId="20577"/>
        <pc:sldMkLst>
          <pc:docMk/>
          <pc:sldMk cId="1780083681" sldId="256"/>
        </pc:sldMkLst>
        <pc:spChg chg="mod">
          <ac:chgData name="Sharanya D" userId="93b808fa8a59563a" providerId="LiveId" clId="{A2B72299-90BE-406F-BDDD-FE3AC415CB75}" dt="2025-11-04T08:21:42.692" v="237" actId="1076"/>
          <ac:spMkLst>
            <pc:docMk/>
            <pc:sldMk cId="1780083681" sldId="256"/>
            <ac:spMk id="15" creationId="{C465E021-1216-35C6-7101-499208838421}"/>
          </ac:spMkLst>
        </pc:spChg>
        <pc:spChg chg="mod">
          <ac:chgData name="Sharanya D" userId="93b808fa8a59563a" providerId="LiveId" clId="{A2B72299-90BE-406F-BDDD-FE3AC415CB75}" dt="2025-11-04T08:18:37.508" v="60" actId="1076"/>
          <ac:spMkLst>
            <pc:docMk/>
            <pc:sldMk cId="1780083681" sldId="256"/>
            <ac:spMk id="20" creationId="{52132EFD-50CA-003F-4A7C-73D790B05A0D}"/>
          </ac:spMkLst>
        </pc:spChg>
        <pc:spChg chg="mod">
          <ac:chgData name="Sharanya D" userId="93b808fa8a59563a" providerId="LiveId" clId="{A2B72299-90BE-406F-BDDD-FE3AC415CB75}" dt="2025-11-05T13:47:11.877" v="1830" actId="20577"/>
          <ac:spMkLst>
            <pc:docMk/>
            <pc:sldMk cId="1780083681" sldId="256"/>
            <ac:spMk id="22" creationId="{59C74857-6A93-E8E6-D1C4-055821B0AA53}"/>
          </ac:spMkLst>
        </pc:spChg>
        <pc:picChg chg="add mod ord">
          <ac:chgData name="Sharanya D" userId="93b808fa8a59563a" providerId="LiveId" clId="{A2B72299-90BE-406F-BDDD-FE3AC415CB75}" dt="2025-11-04T08:23:41.977" v="323" actId="1076"/>
          <ac:picMkLst>
            <pc:docMk/>
            <pc:sldMk cId="1780083681" sldId="256"/>
            <ac:picMk id="3" creationId="{C2415267-C4F7-45DE-644E-5C3B85C9D111}"/>
          </ac:picMkLst>
        </pc:picChg>
        <pc:picChg chg="del">
          <ac:chgData name="Sharanya D" userId="93b808fa8a59563a" providerId="LiveId" clId="{A2B72299-90BE-406F-BDDD-FE3AC415CB75}" dt="2025-11-04T08:14:17.972" v="0" actId="478"/>
          <ac:picMkLst>
            <pc:docMk/>
            <pc:sldMk cId="1780083681" sldId="256"/>
            <ac:picMk id="19" creationId="{D1015D8A-DF5E-EA34-381C-BA8F8C94CEF4}"/>
          </ac:picMkLst>
        </pc:picChg>
      </pc:sldChg>
      <pc:sldChg chg="delSp modSp mod">
        <pc:chgData name="Sharanya D" userId="93b808fa8a59563a" providerId="LiveId" clId="{A2B72299-90BE-406F-BDDD-FE3AC415CB75}" dt="2025-11-04T08:25:48.367" v="365" actId="1076"/>
        <pc:sldMkLst>
          <pc:docMk/>
          <pc:sldMk cId="924968103" sldId="257"/>
        </pc:sldMkLst>
        <pc:spChg chg="del mod topLvl">
          <ac:chgData name="Sharanya D" userId="93b808fa8a59563a" providerId="LiveId" clId="{A2B72299-90BE-406F-BDDD-FE3AC415CB75}" dt="2025-11-04T08:24:07.725" v="330" actId="478"/>
          <ac:spMkLst>
            <pc:docMk/>
            <pc:sldMk cId="924968103" sldId="257"/>
            <ac:spMk id="9" creationId="{B7C9FB24-74E0-D3E8-773B-EB111E45E0FD}"/>
          </ac:spMkLst>
        </pc:spChg>
        <pc:grpChg chg="del">
          <ac:chgData name="Sharanya D" userId="93b808fa8a59563a" providerId="LiveId" clId="{A2B72299-90BE-406F-BDDD-FE3AC415CB75}" dt="2025-11-04T08:24:07.725" v="330" actId="478"/>
          <ac:grpSpMkLst>
            <pc:docMk/>
            <pc:sldMk cId="924968103" sldId="257"/>
            <ac:grpSpMk id="37" creationId="{417D700B-BF7D-322F-8BFF-66DADC60D90C}"/>
          </ac:grpSpMkLst>
        </pc:grpChg>
        <pc:grpChg chg="del">
          <ac:chgData name="Sharanya D" userId="93b808fa8a59563a" providerId="LiveId" clId="{A2B72299-90BE-406F-BDDD-FE3AC415CB75}" dt="2025-11-04T08:23:47.793" v="324" actId="478"/>
          <ac:grpSpMkLst>
            <pc:docMk/>
            <pc:sldMk cId="924968103" sldId="257"/>
            <ac:grpSpMk id="38" creationId="{76161B85-C3A6-DC8B-312A-8FDE37170894}"/>
          </ac:grpSpMkLst>
        </pc:grpChg>
        <pc:grpChg chg="mod">
          <ac:chgData name="Sharanya D" userId="93b808fa8a59563a" providerId="LiveId" clId="{A2B72299-90BE-406F-BDDD-FE3AC415CB75}" dt="2025-11-04T08:25:48.367" v="365" actId="1076"/>
          <ac:grpSpMkLst>
            <pc:docMk/>
            <pc:sldMk cId="924968103" sldId="257"/>
            <ac:grpSpMk id="40" creationId="{1D2D166C-B858-0180-4121-8A6D7E514D42}"/>
          </ac:grpSpMkLst>
        </pc:grpChg>
        <pc:grpChg chg="mod">
          <ac:chgData name="Sharanya D" userId="93b808fa8a59563a" providerId="LiveId" clId="{A2B72299-90BE-406F-BDDD-FE3AC415CB75}" dt="2025-11-04T08:25:01.594" v="345" actId="1076"/>
          <ac:grpSpMkLst>
            <pc:docMk/>
            <pc:sldMk cId="924968103" sldId="257"/>
            <ac:grpSpMk id="41" creationId="{75D49A2D-5519-E642-1586-49AAEB25B10A}"/>
          </ac:grpSpMkLst>
        </pc:grpChg>
        <pc:grpChg chg="mod">
          <ac:chgData name="Sharanya D" userId="93b808fa8a59563a" providerId="LiveId" clId="{A2B72299-90BE-406F-BDDD-FE3AC415CB75}" dt="2025-11-04T08:25:04.803" v="346" actId="1076"/>
          <ac:grpSpMkLst>
            <pc:docMk/>
            <pc:sldMk cId="924968103" sldId="257"/>
            <ac:grpSpMk id="42" creationId="{B382E221-E94D-1CAA-FA55-1C4838A1A1F5}"/>
          </ac:grpSpMkLst>
        </pc:grpChg>
        <pc:grpChg chg="mod">
          <ac:chgData name="Sharanya D" userId="93b808fa8a59563a" providerId="LiveId" clId="{A2B72299-90BE-406F-BDDD-FE3AC415CB75}" dt="2025-11-04T08:25:07.886" v="347" actId="1076"/>
          <ac:grpSpMkLst>
            <pc:docMk/>
            <pc:sldMk cId="924968103" sldId="257"/>
            <ac:grpSpMk id="43" creationId="{311459FC-78DD-E887-AB03-98442B7F8777}"/>
          </ac:grpSpMkLst>
        </pc:grpChg>
        <pc:picChg chg="topLvl">
          <ac:chgData name="Sharanya D" userId="93b808fa8a59563a" providerId="LiveId" clId="{A2B72299-90BE-406F-BDDD-FE3AC415CB75}" dt="2025-11-04T08:24:07.725" v="330" actId="478"/>
          <ac:picMkLst>
            <pc:docMk/>
            <pc:sldMk cId="924968103" sldId="257"/>
            <ac:picMk id="14" creationId="{97379EB6-01E7-C45C-974C-F82F19103F8D}"/>
          </ac:picMkLst>
        </pc:picChg>
      </pc:sldChg>
      <pc:sldChg chg="del">
        <pc:chgData name="Sharanya D" userId="93b808fa8a59563a" providerId="LiveId" clId="{A2B72299-90BE-406F-BDDD-FE3AC415CB75}" dt="2025-11-04T08:25:10.925" v="348" actId="47"/>
        <pc:sldMkLst>
          <pc:docMk/>
          <pc:sldMk cId="547547134" sldId="258"/>
        </pc:sldMkLst>
      </pc:sldChg>
      <pc:sldChg chg="del">
        <pc:chgData name="Sharanya D" userId="93b808fa8a59563a" providerId="LiveId" clId="{A2B72299-90BE-406F-BDDD-FE3AC415CB75}" dt="2025-11-04T08:25:11.588" v="349" actId="47"/>
        <pc:sldMkLst>
          <pc:docMk/>
          <pc:sldMk cId="2300620708" sldId="259"/>
        </pc:sldMkLst>
      </pc:sldChg>
      <pc:sldChg chg="del">
        <pc:chgData name="Sharanya D" userId="93b808fa8a59563a" providerId="LiveId" clId="{A2B72299-90BE-406F-BDDD-FE3AC415CB75}" dt="2025-11-04T08:25:12.201" v="350" actId="47"/>
        <pc:sldMkLst>
          <pc:docMk/>
          <pc:sldMk cId="4271007171" sldId="260"/>
        </pc:sldMkLst>
      </pc:sldChg>
      <pc:sldChg chg="add del">
        <pc:chgData name="Sharanya D" userId="93b808fa8a59563a" providerId="LiveId" clId="{A2B72299-90BE-406F-BDDD-FE3AC415CB75}" dt="2025-11-04T08:25:19.166" v="356" actId="47"/>
        <pc:sldMkLst>
          <pc:docMk/>
          <pc:sldMk cId="1185569133" sldId="261"/>
        </pc:sldMkLst>
      </pc:sldChg>
      <pc:sldChg chg="add del">
        <pc:chgData name="Sharanya D" userId="93b808fa8a59563a" providerId="LiveId" clId="{A2B72299-90BE-406F-BDDD-FE3AC415CB75}" dt="2025-11-04T08:25:19.577" v="357" actId="47"/>
        <pc:sldMkLst>
          <pc:docMk/>
          <pc:sldMk cId="23802859" sldId="262"/>
        </pc:sldMkLst>
      </pc:sldChg>
      <pc:sldChg chg="del">
        <pc:chgData name="Sharanya D" userId="93b808fa8a59563a" providerId="LiveId" clId="{A2B72299-90BE-406F-BDDD-FE3AC415CB75}" dt="2025-11-04T08:25:20.270" v="359" actId="47"/>
        <pc:sldMkLst>
          <pc:docMk/>
          <pc:sldMk cId="4067077777" sldId="263"/>
        </pc:sldMkLst>
      </pc:sldChg>
      <pc:sldChg chg="del">
        <pc:chgData name="Sharanya D" userId="93b808fa8a59563a" providerId="LiveId" clId="{A2B72299-90BE-406F-BDDD-FE3AC415CB75}" dt="2025-11-04T08:25:12.821" v="351" actId="47"/>
        <pc:sldMkLst>
          <pc:docMk/>
          <pc:sldMk cId="4213720223" sldId="264"/>
        </pc:sldMkLst>
      </pc:sldChg>
      <pc:sldChg chg="del">
        <pc:chgData name="Sharanya D" userId="93b808fa8a59563a" providerId="LiveId" clId="{A2B72299-90BE-406F-BDDD-FE3AC415CB75}" dt="2025-11-04T08:25:19.926" v="358" actId="47"/>
        <pc:sldMkLst>
          <pc:docMk/>
          <pc:sldMk cId="886933226" sldId="265"/>
        </pc:sldMkLst>
      </pc:sldChg>
      <pc:sldChg chg="del">
        <pc:chgData name="Sharanya D" userId="93b808fa8a59563a" providerId="LiveId" clId="{A2B72299-90BE-406F-BDDD-FE3AC415CB75}" dt="2025-11-04T08:25:20.958" v="360" actId="47"/>
        <pc:sldMkLst>
          <pc:docMk/>
          <pc:sldMk cId="3599724555" sldId="266"/>
        </pc:sldMkLst>
      </pc:sldChg>
      <pc:sldChg chg="del">
        <pc:chgData name="Sharanya D" userId="93b808fa8a59563a" providerId="LiveId" clId="{A2B72299-90BE-406F-BDDD-FE3AC415CB75}" dt="2025-11-04T08:26:31.220" v="373" actId="47"/>
        <pc:sldMkLst>
          <pc:docMk/>
          <pc:sldMk cId="2965197567" sldId="267"/>
        </pc:sldMkLst>
      </pc:sldChg>
      <pc:sldChg chg="del">
        <pc:chgData name="Sharanya D" userId="93b808fa8a59563a" providerId="LiveId" clId="{A2B72299-90BE-406F-BDDD-FE3AC415CB75}" dt="2025-11-04T08:26:29.026" v="372" actId="47"/>
        <pc:sldMkLst>
          <pc:docMk/>
          <pc:sldMk cId="3356722642" sldId="268"/>
        </pc:sldMkLst>
      </pc:sldChg>
      <pc:sldChg chg="del">
        <pc:chgData name="Sharanya D" userId="93b808fa8a59563a" providerId="LiveId" clId="{A2B72299-90BE-406F-BDDD-FE3AC415CB75}" dt="2025-11-04T08:26:26.633" v="371" actId="47"/>
        <pc:sldMkLst>
          <pc:docMk/>
          <pc:sldMk cId="4192878414" sldId="270"/>
        </pc:sldMkLst>
      </pc:sldChg>
      <pc:sldChg chg="addSp modSp add mod">
        <pc:chgData name="Sharanya D" userId="93b808fa8a59563a" providerId="LiveId" clId="{A2B72299-90BE-406F-BDDD-FE3AC415CB75}" dt="2025-11-04T08:27:42.447" v="377" actId="1076"/>
        <pc:sldMkLst>
          <pc:docMk/>
          <pc:sldMk cId="3699932029" sldId="271"/>
        </pc:sldMkLst>
        <pc:grpChg chg="mod">
          <ac:chgData name="Sharanya D" userId="93b808fa8a59563a" providerId="LiveId" clId="{A2B72299-90BE-406F-BDDD-FE3AC415CB75}" dt="2025-11-04T08:26:00.366" v="367" actId="1076"/>
          <ac:grpSpMkLst>
            <pc:docMk/>
            <pc:sldMk cId="3699932029" sldId="271"/>
            <ac:grpSpMk id="40" creationId="{9878CC5C-5C24-A5DE-CB7A-89389471947C}"/>
          </ac:grpSpMkLst>
        </pc:grpChg>
        <pc:picChg chg="add mod">
          <ac:chgData name="Sharanya D" userId="93b808fa8a59563a" providerId="LiveId" clId="{A2B72299-90BE-406F-BDDD-FE3AC415CB75}" dt="2025-11-04T08:27:42.447" v="377" actId="1076"/>
          <ac:picMkLst>
            <pc:docMk/>
            <pc:sldMk cId="3699932029" sldId="271"/>
            <ac:picMk id="3" creationId="{CB67D27E-0760-D082-0CC3-42FF7711A316}"/>
          </ac:picMkLst>
        </pc:picChg>
      </pc:sldChg>
      <pc:sldChg chg="addSp modSp add mod">
        <pc:chgData name="Sharanya D" userId="93b808fa8a59563a" providerId="LiveId" clId="{A2B72299-90BE-406F-BDDD-FE3AC415CB75}" dt="2025-11-04T08:30:59.904" v="395" actId="1076"/>
        <pc:sldMkLst>
          <pc:docMk/>
          <pc:sldMk cId="2290612029" sldId="272"/>
        </pc:sldMkLst>
        <pc:grpChg chg="mod">
          <ac:chgData name="Sharanya D" userId="93b808fa8a59563a" providerId="LiveId" clId="{A2B72299-90BE-406F-BDDD-FE3AC415CB75}" dt="2025-11-04T08:26:05.444" v="368" actId="1076"/>
          <ac:grpSpMkLst>
            <pc:docMk/>
            <pc:sldMk cId="2290612029" sldId="272"/>
            <ac:grpSpMk id="41" creationId="{0878C5A8-C8C3-2568-8DD6-875558781B9D}"/>
          </ac:grpSpMkLst>
        </pc:grpChg>
        <pc:picChg chg="add mod">
          <ac:chgData name="Sharanya D" userId="93b808fa8a59563a" providerId="LiveId" clId="{A2B72299-90BE-406F-BDDD-FE3AC415CB75}" dt="2025-11-04T08:30:46.484" v="392" actId="1076"/>
          <ac:picMkLst>
            <pc:docMk/>
            <pc:sldMk cId="2290612029" sldId="272"/>
            <ac:picMk id="3" creationId="{3927D1A6-D7EF-F1F2-2C46-D320A143AF2B}"/>
          </ac:picMkLst>
        </pc:picChg>
        <pc:picChg chg="add mod">
          <ac:chgData name="Sharanya D" userId="93b808fa8a59563a" providerId="LiveId" clId="{A2B72299-90BE-406F-BDDD-FE3AC415CB75}" dt="2025-11-04T08:30:50.994" v="393" actId="1076"/>
          <ac:picMkLst>
            <pc:docMk/>
            <pc:sldMk cId="2290612029" sldId="272"/>
            <ac:picMk id="9" creationId="{85F1A80D-84AC-FC76-BD55-B734DEA53F3B}"/>
          </ac:picMkLst>
        </pc:picChg>
        <pc:picChg chg="add mod">
          <ac:chgData name="Sharanya D" userId="93b808fa8a59563a" providerId="LiveId" clId="{A2B72299-90BE-406F-BDDD-FE3AC415CB75}" dt="2025-11-04T08:30:59.904" v="395" actId="1076"/>
          <ac:picMkLst>
            <pc:docMk/>
            <pc:sldMk cId="2290612029" sldId="272"/>
            <ac:picMk id="11" creationId="{2A27EBCD-D7BA-5F59-F843-2C94F54DDDB9}"/>
          </ac:picMkLst>
        </pc:picChg>
      </pc:sldChg>
      <pc:sldChg chg="addSp modSp add mod">
        <pc:chgData name="Sharanya D" userId="93b808fa8a59563a" providerId="LiveId" clId="{A2B72299-90BE-406F-BDDD-FE3AC415CB75}" dt="2025-11-04T09:11:18.600" v="436" actId="1076"/>
        <pc:sldMkLst>
          <pc:docMk/>
          <pc:sldMk cId="1731470234" sldId="273"/>
        </pc:sldMkLst>
        <pc:grpChg chg="mod">
          <ac:chgData name="Sharanya D" userId="93b808fa8a59563a" providerId="LiveId" clId="{A2B72299-90BE-406F-BDDD-FE3AC415CB75}" dt="2025-11-04T08:26:11.895" v="369" actId="1076"/>
          <ac:grpSpMkLst>
            <pc:docMk/>
            <pc:sldMk cId="1731470234" sldId="273"/>
            <ac:grpSpMk id="42" creationId="{EEA2F087-74F4-1052-B4B2-6F38C8F145DE}"/>
          </ac:grpSpMkLst>
        </pc:grpChg>
        <pc:picChg chg="add mod">
          <ac:chgData name="Sharanya D" userId="93b808fa8a59563a" providerId="LiveId" clId="{A2B72299-90BE-406F-BDDD-FE3AC415CB75}" dt="2025-11-04T09:11:18.600" v="436" actId="1076"/>
          <ac:picMkLst>
            <pc:docMk/>
            <pc:sldMk cId="1731470234" sldId="273"/>
            <ac:picMk id="3" creationId="{80323DD6-9C8C-8C85-8F30-0CA9B4E35623}"/>
          </ac:picMkLst>
        </pc:picChg>
      </pc:sldChg>
      <pc:sldChg chg="addSp delSp modSp add mod">
        <pc:chgData name="Sharanya D" userId="93b808fa8a59563a" providerId="LiveId" clId="{A2B72299-90BE-406F-BDDD-FE3AC415CB75}" dt="2025-11-05T09:11:18.433" v="572" actId="1076"/>
        <pc:sldMkLst>
          <pc:docMk/>
          <pc:sldMk cId="4125533230" sldId="274"/>
        </pc:sldMkLst>
        <pc:grpChg chg="mod">
          <ac:chgData name="Sharanya D" userId="93b808fa8a59563a" providerId="LiveId" clId="{A2B72299-90BE-406F-BDDD-FE3AC415CB75}" dt="2025-11-04T08:26:18.140" v="370" actId="1076"/>
          <ac:grpSpMkLst>
            <pc:docMk/>
            <pc:sldMk cId="4125533230" sldId="274"/>
            <ac:grpSpMk id="43" creationId="{ABA6930D-783C-16F9-7B0F-85EA38AFA74D}"/>
          </ac:grpSpMkLst>
        </pc:grpChg>
        <pc:picChg chg="add mod">
          <ac:chgData name="Sharanya D" userId="93b808fa8a59563a" providerId="LiveId" clId="{A2B72299-90BE-406F-BDDD-FE3AC415CB75}" dt="2025-11-05T09:11:18.433" v="572" actId="1076"/>
          <ac:picMkLst>
            <pc:docMk/>
            <pc:sldMk cId="4125533230" sldId="274"/>
            <ac:picMk id="3" creationId="{674910FD-33B2-5897-AF28-F3AA607F6550}"/>
          </ac:picMkLst>
        </pc:picChg>
        <pc:picChg chg="add del mod">
          <ac:chgData name="Sharanya D" userId="93b808fa8a59563a" providerId="LiveId" clId="{A2B72299-90BE-406F-BDDD-FE3AC415CB75}" dt="2025-11-04T08:36:57.069" v="429" actId="478"/>
          <ac:picMkLst>
            <pc:docMk/>
            <pc:sldMk cId="4125533230" sldId="274"/>
            <ac:picMk id="3" creationId="{B395B051-D0AF-6018-51B0-D3C3768B2C60}"/>
          </ac:picMkLst>
        </pc:picChg>
        <pc:picChg chg="add del mod">
          <ac:chgData name="Sharanya D" userId="93b808fa8a59563a" providerId="LiveId" clId="{A2B72299-90BE-406F-BDDD-FE3AC415CB75}" dt="2025-11-05T09:11:05.802" v="569" actId="478"/>
          <ac:picMkLst>
            <pc:docMk/>
            <pc:sldMk cId="4125533230" sldId="274"/>
            <ac:picMk id="9" creationId="{4E12593C-0ED5-E07E-F834-5C9AFBDA7A21}"/>
          </ac:picMkLst>
        </pc:picChg>
      </pc:sldChg>
      <pc:sldChg chg="addSp delSp modSp add mod">
        <pc:chgData name="Sharanya D" userId="93b808fa8a59563a" providerId="LiveId" clId="{A2B72299-90BE-406F-BDDD-FE3AC415CB75}" dt="2025-11-04T08:28:40.048" v="382" actId="14100"/>
        <pc:sldMkLst>
          <pc:docMk/>
          <pc:sldMk cId="4112231504" sldId="275"/>
        </pc:sldMkLst>
        <pc:picChg chg="del">
          <ac:chgData name="Sharanya D" userId="93b808fa8a59563a" providerId="LiveId" clId="{A2B72299-90BE-406F-BDDD-FE3AC415CB75}" dt="2025-11-04T08:27:49.345" v="379" actId="478"/>
          <ac:picMkLst>
            <pc:docMk/>
            <pc:sldMk cId="4112231504" sldId="275"/>
            <ac:picMk id="3" creationId="{D2DE66FA-1B13-1CE3-4E1E-1565151DCE8E}"/>
          </ac:picMkLst>
        </pc:picChg>
        <pc:picChg chg="add mod">
          <ac:chgData name="Sharanya D" userId="93b808fa8a59563a" providerId="LiveId" clId="{A2B72299-90BE-406F-BDDD-FE3AC415CB75}" dt="2025-11-04T08:28:40.048" v="382" actId="14100"/>
          <ac:picMkLst>
            <pc:docMk/>
            <pc:sldMk cId="4112231504" sldId="275"/>
            <ac:picMk id="4" creationId="{45C5C4F6-DB1F-3FDA-BB7C-5171BAFC3BDE}"/>
          </ac:picMkLst>
        </pc:picChg>
      </pc:sldChg>
      <pc:sldChg chg="addSp delSp modSp add mod">
        <pc:chgData name="Sharanya D" userId="93b808fa8a59563a" providerId="LiveId" clId="{A2B72299-90BE-406F-BDDD-FE3AC415CB75}" dt="2025-11-04T08:32:14.622" v="406" actId="1076"/>
        <pc:sldMkLst>
          <pc:docMk/>
          <pc:sldMk cId="372421153" sldId="276"/>
        </pc:sldMkLst>
        <pc:picChg chg="del">
          <ac:chgData name="Sharanya D" userId="93b808fa8a59563a" providerId="LiveId" clId="{A2B72299-90BE-406F-BDDD-FE3AC415CB75}" dt="2025-11-04T08:31:13.666" v="399" actId="478"/>
          <ac:picMkLst>
            <pc:docMk/>
            <pc:sldMk cId="372421153" sldId="276"/>
            <ac:picMk id="3" creationId="{12106D67-8D39-B6C0-9471-66F6ABAAC63D}"/>
          </ac:picMkLst>
        </pc:picChg>
        <pc:picChg chg="add mod">
          <ac:chgData name="Sharanya D" userId="93b808fa8a59563a" providerId="LiveId" clId="{A2B72299-90BE-406F-BDDD-FE3AC415CB75}" dt="2025-11-04T08:31:35.057" v="401" actId="1076"/>
          <ac:picMkLst>
            <pc:docMk/>
            <pc:sldMk cId="372421153" sldId="276"/>
            <ac:picMk id="4" creationId="{A6F8C782-EF29-15BF-4422-26B37328CE8D}"/>
          </ac:picMkLst>
        </pc:picChg>
        <pc:picChg chg="del">
          <ac:chgData name="Sharanya D" userId="93b808fa8a59563a" providerId="LiveId" clId="{A2B72299-90BE-406F-BDDD-FE3AC415CB75}" dt="2025-11-04T08:31:10.575" v="398" actId="478"/>
          <ac:picMkLst>
            <pc:docMk/>
            <pc:sldMk cId="372421153" sldId="276"/>
            <ac:picMk id="9" creationId="{5CC0DBF9-DCDA-A0FC-9D4B-6CC8353B7F42}"/>
          </ac:picMkLst>
        </pc:picChg>
        <pc:picChg chg="del">
          <ac:chgData name="Sharanya D" userId="93b808fa8a59563a" providerId="LiveId" clId="{A2B72299-90BE-406F-BDDD-FE3AC415CB75}" dt="2025-11-04T08:31:08.893" v="397" actId="478"/>
          <ac:picMkLst>
            <pc:docMk/>
            <pc:sldMk cId="372421153" sldId="276"/>
            <ac:picMk id="11" creationId="{A397DC4A-C50B-DDC8-FB37-68EBEA44E642}"/>
          </ac:picMkLst>
        </pc:picChg>
        <pc:picChg chg="add mod">
          <ac:chgData name="Sharanya D" userId="93b808fa8a59563a" providerId="LiveId" clId="{A2B72299-90BE-406F-BDDD-FE3AC415CB75}" dt="2025-11-04T08:31:56.350" v="404" actId="1076"/>
          <ac:picMkLst>
            <pc:docMk/>
            <pc:sldMk cId="372421153" sldId="276"/>
            <ac:picMk id="12" creationId="{D6943DBB-BCD8-BE43-BE30-1534D5ADAF75}"/>
          </ac:picMkLst>
        </pc:picChg>
        <pc:picChg chg="add mod">
          <ac:chgData name="Sharanya D" userId="93b808fa8a59563a" providerId="LiveId" clId="{A2B72299-90BE-406F-BDDD-FE3AC415CB75}" dt="2025-11-04T08:32:14.622" v="406" actId="1076"/>
          <ac:picMkLst>
            <pc:docMk/>
            <pc:sldMk cId="372421153" sldId="276"/>
            <ac:picMk id="15" creationId="{9A5DDA2A-D809-1299-EA03-BFBB5F2AA009}"/>
          </ac:picMkLst>
        </pc:picChg>
      </pc:sldChg>
      <pc:sldChg chg="addSp delSp modSp add mod">
        <pc:chgData name="Sharanya D" userId="93b808fa8a59563a" providerId="LiveId" clId="{A2B72299-90BE-406F-BDDD-FE3AC415CB75}" dt="2025-11-04T08:33:02.261" v="414" actId="1076"/>
        <pc:sldMkLst>
          <pc:docMk/>
          <pc:sldMk cId="2779584642" sldId="277"/>
        </pc:sldMkLst>
        <pc:picChg chg="add mod">
          <ac:chgData name="Sharanya D" userId="93b808fa8a59563a" providerId="LiveId" clId="{A2B72299-90BE-406F-BDDD-FE3AC415CB75}" dt="2025-11-04T08:32:46.829" v="412" actId="1076"/>
          <ac:picMkLst>
            <pc:docMk/>
            <pc:sldMk cId="2779584642" sldId="277"/>
            <ac:picMk id="3" creationId="{4F972EC4-CA31-A3D7-9E59-FC3BEF6E952D}"/>
          </ac:picMkLst>
        </pc:picChg>
        <pc:picChg chg="del">
          <ac:chgData name="Sharanya D" userId="93b808fa8a59563a" providerId="LiveId" clId="{A2B72299-90BE-406F-BDDD-FE3AC415CB75}" dt="2025-11-04T08:32:25.253" v="410" actId="478"/>
          <ac:picMkLst>
            <pc:docMk/>
            <pc:sldMk cId="2779584642" sldId="277"/>
            <ac:picMk id="4" creationId="{C77CA05A-B92F-2D1D-6550-7D3884BE84E6}"/>
          </ac:picMkLst>
        </pc:picChg>
        <pc:picChg chg="add mod">
          <ac:chgData name="Sharanya D" userId="93b808fa8a59563a" providerId="LiveId" clId="{A2B72299-90BE-406F-BDDD-FE3AC415CB75}" dt="2025-11-04T08:33:02.261" v="414" actId="1076"/>
          <ac:picMkLst>
            <pc:docMk/>
            <pc:sldMk cId="2779584642" sldId="277"/>
            <ac:picMk id="10" creationId="{37679330-268C-2C85-F3A7-D543823A8CEF}"/>
          </ac:picMkLst>
        </pc:picChg>
        <pc:picChg chg="del">
          <ac:chgData name="Sharanya D" userId="93b808fa8a59563a" providerId="LiveId" clId="{A2B72299-90BE-406F-BDDD-FE3AC415CB75}" dt="2025-11-04T08:32:23.245" v="409" actId="478"/>
          <ac:picMkLst>
            <pc:docMk/>
            <pc:sldMk cId="2779584642" sldId="277"/>
            <ac:picMk id="12" creationId="{9B3172CD-C971-1BC9-3288-BB2C3BE5D165}"/>
          </ac:picMkLst>
        </pc:picChg>
        <pc:picChg chg="del">
          <ac:chgData name="Sharanya D" userId="93b808fa8a59563a" providerId="LiveId" clId="{A2B72299-90BE-406F-BDDD-FE3AC415CB75}" dt="2025-11-04T08:32:21.476" v="408" actId="478"/>
          <ac:picMkLst>
            <pc:docMk/>
            <pc:sldMk cId="2779584642" sldId="277"/>
            <ac:picMk id="15" creationId="{D8A49148-1F56-F86A-9E2C-3F51D682D37C}"/>
          </ac:picMkLst>
        </pc:picChg>
      </pc:sldChg>
      <pc:sldChg chg="addSp delSp modSp add mod">
        <pc:chgData name="Sharanya D" userId="93b808fa8a59563a" providerId="LiveId" clId="{A2B72299-90BE-406F-BDDD-FE3AC415CB75}" dt="2025-11-04T08:35:51.681" v="428" actId="1076"/>
        <pc:sldMkLst>
          <pc:docMk/>
          <pc:sldMk cId="1308713664" sldId="278"/>
        </pc:sldMkLst>
        <pc:picChg chg="del">
          <ac:chgData name="Sharanya D" userId="93b808fa8a59563a" providerId="LiveId" clId="{A2B72299-90BE-406F-BDDD-FE3AC415CB75}" dt="2025-11-04T08:35:17.938" v="423" actId="478"/>
          <ac:picMkLst>
            <pc:docMk/>
            <pc:sldMk cId="1308713664" sldId="278"/>
            <ac:picMk id="3" creationId="{03C1D234-9198-7A2E-962C-BE3F642A2113}"/>
          </ac:picMkLst>
        </pc:picChg>
        <pc:picChg chg="add mod">
          <ac:chgData name="Sharanya D" userId="93b808fa8a59563a" providerId="LiveId" clId="{A2B72299-90BE-406F-BDDD-FE3AC415CB75}" dt="2025-11-04T08:35:51.681" v="428" actId="1076"/>
          <ac:picMkLst>
            <pc:docMk/>
            <pc:sldMk cId="1308713664" sldId="278"/>
            <ac:picMk id="4" creationId="{04F58CA0-0F88-5C52-8A44-7CBB508DE988}"/>
          </ac:picMkLst>
        </pc:picChg>
      </pc:sldChg>
      <pc:sldChg chg="addSp delSp modSp new add del mod">
        <pc:chgData name="Sharanya D" userId="93b808fa8a59563a" providerId="LiveId" clId="{A2B72299-90BE-406F-BDDD-FE3AC415CB75}" dt="2025-11-05T13:50:28.757" v="1843" actId="47"/>
        <pc:sldMkLst>
          <pc:docMk/>
          <pc:sldMk cId="3462042322" sldId="279"/>
        </pc:sldMkLst>
        <pc:spChg chg="add del">
          <ac:chgData name="Sharanya D" userId="93b808fa8a59563a" providerId="LiveId" clId="{A2B72299-90BE-406F-BDDD-FE3AC415CB75}" dt="2025-11-05T08:52:55.738" v="444" actId="478"/>
          <ac:spMkLst>
            <pc:docMk/>
            <pc:sldMk cId="3462042322" sldId="279"/>
            <ac:spMk id="2" creationId="{776E8737-5508-438F-EA34-08F930C8CD80}"/>
          </ac:spMkLst>
        </pc:spChg>
        <pc:spChg chg="del">
          <ac:chgData name="Sharanya D" userId="93b808fa8a59563a" providerId="LiveId" clId="{A2B72299-90BE-406F-BDDD-FE3AC415CB75}" dt="2025-11-05T05:33:58.669" v="442" actId="478"/>
          <ac:spMkLst>
            <pc:docMk/>
            <pc:sldMk cId="3462042322" sldId="279"/>
            <ac:spMk id="2" creationId="{A8721403-C4C9-8484-1122-3385DCE2F541}"/>
          </ac:spMkLst>
        </pc:spChg>
        <pc:spChg chg="add mod">
          <ac:chgData name="Sharanya D" userId="93b808fa8a59563a" providerId="LiveId" clId="{A2B72299-90BE-406F-BDDD-FE3AC415CB75}" dt="2025-11-05T13:34:02.053" v="929" actId="14100"/>
          <ac:spMkLst>
            <pc:docMk/>
            <pc:sldMk cId="3462042322" sldId="279"/>
            <ac:spMk id="3" creationId="{03EECC04-B188-D2DD-B410-2DAF5E631297}"/>
          </ac:spMkLst>
        </pc:spChg>
        <pc:spChg chg="del">
          <ac:chgData name="Sharanya D" userId="93b808fa8a59563a" providerId="LiveId" clId="{A2B72299-90BE-406F-BDDD-FE3AC415CB75}" dt="2025-11-05T05:33:58.669" v="442" actId="478"/>
          <ac:spMkLst>
            <pc:docMk/>
            <pc:sldMk cId="3462042322" sldId="279"/>
            <ac:spMk id="3" creationId="{32366534-0071-AFA2-A2B8-C8CC4A4D9B49}"/>
          </ac:spMkLst>
        </pc:spChg>
        <pc:spChg chg="add del">
          <ac:chgData name="Sharanya D" userId="93b808fa8a59563a" providerId="LiveId" clId="{A2B72299-90BE-406F-BDDD-FE3AC415CB75}" dt="2025-11-05T08:53:28.494" v="461" actId="11529"/>
          <ac:spMkLst>
            <pc:docMk/>
            <pc:sldMk cId="3462042322" sldId="279"/>
            <ac:spMk id="3" creationId="{845E39D6-F497-E8C4-31C7-B48338392F52}"/>
          </ac:spMkLst>
        </pc:spChg>
        <pc:spChg chg="add mod">
          <ac:chgData name="Sharanya D" userId="93b808fa8a59563a" providerId="LiveId" clId="{A2B72299-90BE-406F-BDDD-FE3AC415CB75}" dt="2025-11-05T13:36:19.372" v="972" actId="122"/>
          <ac:spMkLst>
            <pc:docMk/>
            <pc:sldMk cId="3462042322" sldId="279"/>
            <ac:spMk id="4" creationId="{06F7AA30-9596-51D3-EDB4-C61BF0296D6A}"/>
          </ac:spMkLst>
        </pc:spChg>
        <pc:spChg chg="add mod">
          <ac:chgData name="Sharanya D" userId="93b808fa8a59563a" providerId="LiveId" clId="{A2B72299-90BE-406F-BDDD-FE3AC415CB75}" dt="2025-11-05T08:53:24.872" v="456" actId="1076"/>
          <ac:spMkLst>
            <pc:docMk/>
            <pc:sldMk cId="3462042322" sldId="279"/>
            <ac:spMk id="4" creationId="{94BEB0CE-2FFC-C15E-29E9-82570E9B8084}"/>
          </ac:spMkLst>
        </pc:spChg>
        <pc:spChg chg="add mod">
          <ac:chgData name="Sharanya D" userId="93b808fa8a59563a" providerId="LiveId" clId="{A2B72299-90BE-406F-BDDD-FE3AC415CB75}" dt="2025-11-05T08:53:25.138" v="457" actId="1076"/>
          <ac:spMkLst>
            <pc:docMk/>
            <pc:sldMk cId="3462042322" sldId="279"/>
            <ac:spMk id="5" creationId="{44AAE55D-FE55-42AB-0D99-3921F7E28DE5}"/>
          </ac:spMkLst>
        </pc:spChg>
        <pc:spChg chg="add mod">
          <ac:chgData name="Sharanya D" userId="93b808fa8a59563a" providerId="LiveId" clId="{A2B72299-90BE-406F-BDDD-FE3AC415CB75}" dt="2025-11-05T08:53:25.363" v="458" actId="1076"/>
          <ac:spMkLst>
            <pc:docMk/>
            <pc:sldMk cId="3462042322" sldId="279"/>
            <ac:spMk id="6" creationId="{9CA6AA88-B06A-FAA9-AF04-8832DFA4346B}"/>
          </ac:spMkLst>
        </pc:spChg>
        <pc:spChg chg="add mod">
          <ac:chgData name="Sharanya D" userId="93b808fa8a59563a" providerId="LiveId" clId="{A2B72299-90BE-406F-BDDD-FE3AC415CB75}" dt="2025-11-05T08:53:25.603" v="459" actId="1076"/>
          <ac:spMkLst>
            <pc:docMk/>
            <pc:sldMk cId="3462042322" sldId="279"/>
            <ac:spMk id="7" creationId="{962B4CE8-B2A7-0C10-6CEF-0FF1D9330B54}"/>
          </ac:spMkLst>
        </pc:spChg>
        <pc:spChg chg="add mod">
          <ac:chgData name="Sharanya D" userId="93b808fa8a59563a" providerId="LiveId" clId="{A2B72299-90BE-406F-BDDD-FE3AC415CB75}" dt="2025-11-05T08:53:25.822" v="460" actId="1076"/>
          <ac:spMkLst>
            <pc:docMk/>
            <pc:sldMk cId="3462042322" sldId="279"/>
            <ac:spMk id="8" creationId="{4CB128D3-5A6D-F249-E159-45E02EEE5E04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9" creationId="{B636CEC7-1BC0-0246-C2C6-EBD8D4BE286C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0" creationId="{1BEA9453-A88E-828A-03B3-019A6E905F77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1" creationId="{98042F0C-FD22-F507-65E7-8EBD92ABC3C5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2" creationId="{74D20394-3DFE-9BFA-1E0D-C39D73E26D19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3" creationId="{4502BE91-2BD8-2418-BE78-FD4D89FBFCE2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4" creationId="{EB418A48-6B1F-EF71-3A3F-99AA863182C9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5" creationId="{822AC294-79FB-570A-7E7F-3B515FC407ED}"/>
          </ac:spMkLst>
        </pc:spChg>
        <pc:spChg chg="add mo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6" creationId="{DFB9099A-BC24-834D-F62F-C8D60EA9622B}"/>
          </ac:spMkLst>
        </pc:spChg>
        <pc:spChg chg="add del mod">
          <ac:chgData name="Sharanya D" userId="93b808fa8a59563a" providerId="LiveId" clId="{A2B72299-90BE-406F-BDDD-FE3AC415CB75}" dt="2025-11-05T08:58:05.025" v="527" actId="478"/>
          <ac:spMkLst>
            <pc:docMk/>
            <pc:sldMk cId="3462042322" sldId="279"/>
            <ac:spMk id="17" creationId="{978978FC-E6E3-B6A1-6DA3-D8F0671F8775}"/>
          </ac:spMkLst>
        </pc:spChg>
        <pc:spChg chg="add mod ord topLvl">
          <ac:chgData name="Sharanya D" userId="93b808fa8a59563a" providerId="LiveId" clId="{A2B72299-90BE-406F-BDDD-FE3AC415CB75}" dt="2025-11-05T13:48:33.190" v="1836" actId="207"/>
          <ac:spMkLst>
            <pc:docMk/>
            <pc:sldMk cId="3462042322" sldId="279"/>
            <ac:spMk id="18" creationId="{DE9C159D-1ABE-2027-53C4-39BB12791FC4}"/>
          </ac:spMkLst>
        </pc:spChg>
        <pc:spChg chg="add mod">
          <ac:chgData name="Sharanya D" userId="93b808fa8a59563a" providerId="LiveId" clId="{A2B72299-90BE-406F-BDDD-FE3AC415CB75}" dt="2025-11-05T09:01:57.784" v="549" actId="571"/>
          <ac:spMkLst>
            <pc:docMk/>
            <pc:sldMk cId="3462042322" sldId="279"/>
            <ac:spMk id="20" creationId="{D682919C-565B-F42D-2DD5-8550FD70273F}"/>
          </ac:spMkLst>
        </pc:spChg>
        <pc:spChg chg="add mod">
          <ac:chgData name="Sharanya D" userId="93b808fa8a59563a" providerId="LiveId" clId="{A2B72299-90BE-406F-BDDD-FE3AC415CB75}" dt="2025-11-05T09:01:57.784" v="549" actId="571"/>
          <ac:spMkLst>
            <pc:docMk/>
            <pc:sldMk cId="3462042322" sldId="279"/>
            <ac:spMk id="21" creationId="{352B5A0B-4056-F157-3BF6-710A30201566}"/>
          </ac:spMkLst>
        </pc:spChg>
        <pc:spChg chg="add mod">
          <ac:chgData name="Sharanya D" userId="93b808fa8a59563a" providerId="LiveId" clId="{A2B72299-90BE-406F-BDDD-FE3AC415CB75}" dt="2025-11-05T09:01:57.784" v="549" actId="571"/>
          <ac:spMkLst>
            <pc:docMk/>
            <pc:sldMk cId="3462042322" sldId="279"/>
            <ac:spMk id="22" creationId="{9B6636F3-67C9-DB56-DC7A-7ED80D343032}"/>
          </ac:spMkLst>
        </pc:spChg>
        <pc:spChg chg="add mod">
          <ac:chgData name="Sharanya D" userId="93b808fa8a59563a" providerId="LiveId" clId="{A2B72299-90BE-406F-BDDD-FE3AC415CB75}" dt="2025-11-05T09:01:57.784" v="549" actId="571"/>
          <ac:spMkLst>
            <pc:docMk/>
            <pc:sldMk cId="3462042322" sldId="279"/>
            <ac:spMk id="23" creationId="{64FE2078-91D3-4205-083C-366B4408988F}"/>
          </ac:spMkLst>
        </pc:spChg>
        <pc:spChg chg="add mod">
          <ac:chgData name="Sharanya D" userId="93b808fa8a59563a" providerId="LiveId" clId="{A2B72299-90BE-406F-BDDD-FE3AC415CB75}" dt="2025-11-05T09:01:57.784" v="549" actId="571"/>
          <ac:spMkLst>
            <pc:docMk/>
            <pc:sldMk cId="3462042322" sldId="279"/>
            <ac:spMk id="24" creationId="{47787A42-4EA2-0404-7EE5-7F9B6BDC5697}"/>
          </ac:spMkLst>
        </pc:spChg>
        <pc:spChg chg="add mod">
          <ac:chgData name="Sharanya D" userId="93b808fa8a59563a" providerId="LiveId" clId="{A2B72299-90BE-406F-BDDD-FE3AC415CB75}" dt="2025-11-05T09:01:57.784" v="549" actId="571"/>
          <ac:spMkLst>
            <pc:docMk/>
            <pc:sldMk cId="3462042322" sldId="279"/>
            <ac:spMk id="25" creationId="{DF67C750-EA8A-966F-66BB-0D838B4D38E5}"/>
          </ac:spMkLst>
        </pc:spChg>
        <pc:grpChg chg="add mod">
          <ac:chgData name="Sharanya D" userId="93b808fa8a59563a" providerId="LiveId" clId="{A2B72299-90BE-406F-BDDD-FE3AC415CB75}" dt="2025-11-05T13:48:33.190" v="1836" actId="207"/>
          <ac:grpSpMkLst>
            <pc:docMk/>
            <pc:sldMk cId="3462042322" sldId="279"/>
            <ac:grpSpMk id="2" creationId="{F77AD534-6447-7D48-C0D3-908DFF40C08C}"/>
          </ac:grpSpMkLst>
        </pc:grpChg>
        <pc:grpChg chg="add del mod">
          <ac:chgData name="Sharanya D" userId="93b808fa8a59563a" providerId="LiveId" clId="{A2B72299-90BE-406F-BDDD-FE3AC415CB75}" dt="2025-11-05T08:58:54.182" v="535" actId="165"/>
          <ac:grpSpMkLst>
            <pc:docMk/>
            <pc:sldMk cId="3462042322" sldId="279"/>
            <ac:grpSpMk id="19" creationId="{65AE48E9-530A-10D1-FCA3-D0B0267B8C58}"/>
          </ac:grpSpMkLst>
        </pc:grpChg>
      </pc:sldChg>
      <pc:sldChg chg="addSp delSp modSp add mod modAnim">
        <pc:chgData name="Sharanya D" userId="93b808fa8a59563a" providerId="LiveId" clId="{A2B72299-90BE-406F-BDDD-FE3AC415CB75}" dt="2025-11-05T13:49:09.190" v="1840"/>
        <pc:sldMkLst>
          <pc:docMk/>
          <pc:sldMk cId="1164272615" sldId="280"/>
        </pc:sldMkLst>
        <pc:spChg chg="add mod">
          <ac:chgData name="Sharanya D" userId="93b808fa8a59563a" providerId="LiveId" clId="{A2B72299-90BE-406F-BDDD-FE3AC415CB75}" dt="2025-11-05T13:36:27.349" v="973"/>
          <ac:spMkLst>
            <pc:docMk/>
            <pc:sldMk cId="1164272615" sldId="280"/>
            <ac:spMk id="3" creationId="{EE31C04D-18A0-9E61-84EF-C0F1B642BCE5}"/>
          </ac:spMkLst>
        </pc:spChg>
        <pc:spChg chg="add mod">
          <ac:chgData name="Sharanya D" userId="93b808fa8a59563a" providerId="LiveId" clId="{A2B72299-90BE-406F-BDDD-FE3AC415CB75}" dt="2025-11-05T13:36:27.349" v="973"/>
          <ac:spMkLst>
            <pc:docMk/>
            <pc:sldMk cId="1164272615" sldId="280"/>
            <ac:spMk id="4" creationId="{5534D1FC-1E81-9F8A-D5C7-025B43BDF9D4}"/>
          </ac:spMkLst>
        </pc:spChg>
        <pc:spChg chg="add mod">
          <ac:chgData name="Sharanya D" userId="93b808fa8a59563a" providerId="LiveId" clId="{A2B72299-90BE-406F-BDDD-FE3AC415CB75}" dt="2025-11-05T09:24:39.165" v="598" actId="207"/>
          <ac:spMkLst>
            <pc:docMk/>
            <pc:sldMk cId="1164272615" sldId="280"/>
            <ac:spMk id="7" creationId="{69455D2B-3741-BD3A-84C2-93442806D09A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9" creationId="{E044837F-43C5-5EE8-096F-C007FF59398D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0" creationId="{DD62DCDE-C81C-AEA0-2807-BDD24E4AD8C0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1" creationId="{0135F42C-7EDD-288E-4045-1F9F0C15AB2A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2" creationId="{9097ACB4-4E90-9C2C-AEF0-3F010323FC94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3" creationId="{D537E44E-EBD7-190F-0571-D8EF9EB49BD4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4" creationId="{8ED99C77-F0D5-6F83-5DCD-67007FE05C8A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5" creationId="{684AD892-A3A9-AB58-1C77-9AAE4E18FDCB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6" creationId="{C2786D17-375C-B5CB-B51D-A64AD8D50D6B}"/>
          </ac:spMkLst>
        </pc:spChg>
        <pc:spChg chg="mod topLvl">
          <ac:chgData name="Sharanya D" userId="93b808fa8a59563a" providerId="LiveId" clId="{A2B72299-90BE-406F-BDDD-FE3AC415CB75}" dt="2025-11-05T13:32:02.099" v="913" actId="165"/>
          <ac:spMkLst>
            <pc:docMk/>
            <pc:sldMk cId="1164272615" sldId="280"/>
            <ac:spMk id="18" creationId="{0FB6563C-69D0-2D83-BF92-1200C4E7E5C2}"/>
          </ac:spMkLst>
        </pc:spChg>
        <pc:grpChg chg="add del mod">
          <ac:chgData name="Sharanya D" userId="93b808fa8a59563a" providerId="LiveId" clId="{A2B72299-90BE-406F-BDDD-FE3AC415CB75}" dt="2025-11-05T13:32:02.099" v="913" actId="165"/>
          <ac:grpSpMkLst>
            <pc:docMk/>
            <pc:sldMk cId="1164272615" sldId="280"/>
            <ac:grpSpMk id="2" creationId="{FD5491A5-FDD6-386A-E54B-68FB834B68F5}"/>
          </ac:grpSpMkLst>
        </pc:grpChg>
        <pc:picChg chg="add del">
          <ac:chgData name="Sharanya D" userId="93b808fa8a59563a" providerId="LiveId" clId="{A2B72299-90BE-406F-BDDD-FE3AC415CB75}" dt="2025-11-05T09:22:33.246" v="574" actId="478"/>
          <ac:picMkLst>
            <pc:docMk/>
            <pc:sldMk cId="1164272615" sldId="280"/>
            <ac:picMk id="3" creationId="{CE774921-DB58-B254-169D-EF3675DE9FEE}"/>
          </ac:picMkLst>
        </pc:picChg>
        <pc:picChg chg="add mod">
          <ac:chgData name="Sharanya D" userId="93b808fa8a59563a" providerId="LiveId" clId="{A2B72299-90BE-406F-BDDD-FE3AC415CB75}" dt="2025-11-05T09:23:02.950" v="577" actId="1076"/>
          <ac:picMkLst>
            <pc:docMk/>
            <pc:sldMk cId="1164272615" sldId="280"/>
            <ac:picMk id="5" creationId="{7E90101F-819A-E318-4DAC-1324707BC80D}"/>
          </ac:picMkLst>
        </pc:picChg>
      </pc:sldChg>
      <pc:sldChg chg="addSp delSp modSp add mod">
        <pc:chgData name="Sharanya D" userId="93b808fa8a59563a" providerId="LiveId" clId="{A2B72299-90BE-406F-BDDD-FE3AC415CB75}" dt="2025-11-05T13:36:41.163" v="975" actId="1076"/>
        <pc:sldMkLst>
          <pc:docMk/>
          <pc:sldMk cId="88792160" sldId="281"/>
        </pc:sldMkLst>
        <pc:spChg chg="add mod">
          <ac:chgData name="Sharanya D" userId="93b808fa8a59563a" providerId="LiveId" clId="{A2B72299-90BE-406F-BDDD-FE3AC415CB75}" dt="2025-11-05T13:36:30.207" v="974"/>
          <ac:spMkLst>
            <pc:docMk/>
            <pc:sldMk cId="88792160" sldId="281"/>
            <ac:spMk id="4" creationId="{A7146086-5EC9-2371-75F8-67B4B4D600C9}"/>
          </ac:spMkLst>
        </pc:spChg>
        <pc:spChg chg="add mod">
          <ac:chgData name="Sharanya D" userId="93b808fa8a59563a" providerId="LiveId" clId="{A2B72299-90BE-406F-BDDD-FE3AC415CB75}" dt="2025-11-05T13:36:41.163" v="975" actId="1076"/>
          <ac:spMkLst>
            <pc:docMk/>
            <pc:sldMk cId="88792160" sldId="281"/>
            <ac:spMk id="5" creationId="{A365E850-6623-B564-FF00-5D890219DF60}"/>
          </ac:spMkLst>
        </pc:spChg>
        <pc:spChg chg="add mod">
          <ac:chgData name="Sharanya D" userId="93b808fa8a59563a" providerId="LiveId" clId="{A2B72299-90BE-406F-BDDD-FE3AC415CB75}" dt="2025-11-05T13:36:30.207" v="974"/>
          <ac:spMkLst>
            <pc:docMk/>
            <pc:sldMk cId="88792160" sldId="281"/>
            <ac:spMk id="6" creationId="{2DB35372-56B1-F64F-90CD-E0A8CB158A50}"/>
          </ac:spMkLst>
        </pc:spChg>
        <pc:spChg chg="add del mod">
          <ac:chgData name="Sharanya D" userId="93b808fa8a59563a" providerId="LiveId" clId="{A2B72299-90BE-406F-BDDD-FE3AC415CB75}" dt="2025-11-05T09:29:19.569" v="607" actId="22"/>
          <ac:spMkLst>
            <pc:docMk/>
            <pc:sldMk cId="88792160" sldId="281"/>
            <ac:spMk id="7" creationId="{41BB8784-BBFB-ABAD-EB73-A4D4BCF9C0D4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9" creationId="{8D119FEE-56FB-5E34-9A59-68C3FFDC0479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0" creationId="{259D13AA-994B-FC70-EDC4-15A174D42C1D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1" creationId="{DDEE44B9-A137-40E3-9F89-899AC3EDECAF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2" creationId="{C23C1B96-6D9D-AD7B-DF1A-DED36F3B9E76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3" creationId="{20A806D0-3E5F-BEAC-4310-CBCDAA8F1C53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4" creationId="{39D89DC4-6A51-CB9B-A983-38E3426B4978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5" creationId="{1D46A461-8910-5E61-6A4E-11DF51C9D864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6" creationId="{C4955B27-0F21-9468-1952-1C40557151F0}"/>
          </ac:spMkLst>
        </pc:spChg>
        <pc:spChg chg="add mod">
          <ac:chgData name="Sharanya D" userId="93b808fa8a59563a" providerId="LiveId" clId="{A2B72299-90BE-406F-BDDD-FE3AC415CB75}" dt="2025-11-05T09:31:52.342" v="630" actId="1076"/>
          <ac:spMkLst>
            <pc:docMk/>
            <pc:sldMk cId="88792160" sldId="281"/>
            <ac:spMk id="17" creationId="{C58546D4-6BDD-D3FF-8C75-B473BC8D1582}"/>
          </ac:spMkLst>
        </pc:spChg>
        <pc:spChg chg="mod">
          <ac:chgData name="Sharanya D" userId="93b808fa8a59563a" providerId="LiveId" clId="{A2B72299-90BE-406F-BDDD-FE3AC415CB75}" dt="2025-11-05T13:32:15.797" v="914" actId="164"/>
          <ac:spMkLst>
            <pc:docMk/>
            <pc:sldMk cId="88792160" sldId="281"/>
            <ac:spMk id="18" creationId="{31C0D428-3F73-D5AA-4270-69B22FB4E878}"/>
          </ac:spMkLst>
        </pc:spChg>
        <pc:grpChg chg="add mod">
          <ac:chgData name="Sharanya D" userId="93b808fa8a59563a" providerId="LiveId" clId="{A2B72299-90BE-406F-BDDD-FE3AC415CB75}" dt="2025-11-05T13:32:19.315" v="915" actId="14100"/>
          <ac:grpSpMkLst>
            <pc:docMk/>
            <pc:sldMk cId="88792160" sldId="281"/>
            <ac:grpSpMk id="2" creationId="{9D574D4B-6091-2A78-7033-960B93A09663}"/>
          </ac:grpSpMkLst>
        </pc:grpChg>
        <pc:picChg chg="add mod">
          <ac:chgData name="Sharanya D" userId="93b808fa8a59563a" providerId="LiveId" clId="{A2B72299-90BE-406F-BDDD-FE3AC415CB75}" dt="2025-11-05T09:31:57.103" v="631" actId="1076"/>
          <ac:picMkLst>
            <pc:docMk/>
            <pc:sldMk cId="88792160" sldId="281"/>
            <ac:picMk id="3" creationId="{6882884E-92B1-1FEC-D3A8-CF8A10F9389F}"/>
          </ac:picMkLst>
        </pc:picChg>
      </pc:sldChg>
      <pc:sldChg chg="addSp modSp add mod">
        <pc:chgData name="Sharanya D" userId="93b808fa8a59563a" providerId="LiveId" clId="{A2B72299-90BE-406F-BDDD-FE3AC415CB75}" dt="2025-11-05T13:36:47.516" v="976"/>
        <pc:sldMkLst>
          <pc:docMk/>
          <pc:sldMk cId="1520363555" sldId="282"/>
        </pc:sldMkLst>
        <pc:spChg chg="add mod">
          <ac:chgData name="Sharanya D" userId="93b808fa8a59563a" providerId="LiveId" clId="{A2B72299-90BE-406F-BDDD-FE3AC415CB75}" dt="2025-11-05T13:36:47.516" v="976"/>
          <ac:spMkLst>
            <pc:docMk/>
            <pc:sldMk cId="1520363555" sldId="282"/>
            <ac:spMk id="4" creationId="{D4F191A0-C6C9-D563-CF3A-7FF6CBB9789A}"/>
          </ac:spMkLst>
        </pc:spChg>
        <pc:spChg chg="add mod">
          <ac:chgData name="Sharanya D" userId="93b808fa8a59563a" providerId="LiveId" clId="{A2B72299-90BE-406F-BDDD-FE3AC415CB75}" dt="2025-11-05T09:36:37.813" v="644" actId="1076"/>
          <ac:spMkLst>
            <pc:docMk/>
            <pc:sldMk cId="1520363555" sldId="282"/>
            <ac:spMk id="5" creationId="{6121A6E0-2A30-AFC3-535A-9084C622C3B0}"/>
          </ac:spMkLst>
        </pc:spChg>
        <pc:spChg chg="add mod">
          <ac:chgData name="Sharanya D" userId="93b808fa8a59563a" providerId="LiveId" clId="{A2B72299-90BE-406F-BDDD-FE3AC415CB75}" dt="2025-11-05T13:36:47.516" v="976"/>
          <ac:spMkLst>
            <pc:docMk/>
            <pc:sldMk cId="1520363555" sldId="282"/>
            <ac:spMk id="6" creationId="{D0EF03F1-DB5D-619C-3A0D-EF9180A42BF2}"/>
          </ac:spMkLst>
        </pc:spChg>
        <pc:spChg chg="add mod">
          <ac:chgData name="Sharanya D" userId="93b808fa8a59563a" providerId="LiveId" clId="{A2B72299-90BE-406F-BDDD-FE3AC415CB75}" dt="2025-11-05T09:37:34.618" v="653" actId="207"/>
          <ac:spMkLst>
            <pc:docMk/>
            <pc:sldMk cId="1520363555" sldId="282"/>
            <ac:spMk id="7" creationId="{846DF431-1362-3DFC-CB22-B9AFDD058111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9" creationId="{FE94A3B2-1B08-19E3-FD0D-DD03E1609C55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0" creationId="{CFEFFA4A-0054-CB11-A68B-2A80724E4659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1" creationId="{5ACCBE3E-53C3-F5C7-1B82-F9DB47D8C2F2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2" creationId="{6BAA26A4-76EA-FBC7-CBCB-798B0502CEFE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3" creationId="{18CFF705-90F1-8EFC-D449-4B40256B549E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4" creationId="{5563499F-4DDB-C508-9BE8-D48AD3DBDAAA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5" creationId="{BB8E137A-05FA-1371-2F2E-87DEE589B80B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6" creationId="{D48435DA-8ECE-08FC-090E-15AE71447C1A}"/>
          </ac:spMkLst>
        </pc:spChg>
        <pc:spChg chg="mod">
          <ac:chgData name="Sharanya D" userId="93b808fa8a59563a" providerId="LiveId" clId="{A2B72299-90BE-406F-BDDD-FE3AC415CB75}" dt="2025-11-05T13:32:28.586" v="916" actId="164"/>
          <ac:spMkLst>
            <pc:docMk/>
            <pc:sldMk cId="1520363555" sldId="282"/>
            <ac:spMk id="18" creationId="{38AEE1C7-BD63-52F3-C7BB-6DBADF0969C3}"/>
          </ac:spMkLst>
        </pc:spChg>
        <pc:grpChg chg="add mod">
          <ac:chgData name="Sharanya D" userId="93b808fa8a59563a" providerId="LiveId" clId="{A2B72299-90BE-406F-BDDD-FE3AC415CB75}" dt="2025-11-05T13:32:32.512" v="917" actId="14100"/>
          <ac:grpSpMkLst>
            <pc:docMk/>
            <pc:sldMk cId="1520363555" sldId="282"/>
            <ac:grpSpMk id="2" creationId="{F490E083-33A5-3BC3-0658-F0FA6C9601C9}"/>
          </ac:grpSpMkLst>
        </pc:grpChg>
        <pc:picChg chg="add mod">
          <ac:chgData name="Sharanya D" userId="93b808fa8a59563a" providerId="LiveId" clId="{A2B72299-90BE-406F-BDDD-FE3AC415CB75}" dt="2025-11-05T09:34:11.321" v="636" actId="1076"/>
          <ac:picMkLst>
            <pc:docMk/>
            <pc:sldMk cId="1520363555" sldId="282"/>
            <ac:picMk id="3" creationId="{9E6BBE58-0698-2BFF-F065-846A7B01DC80}"/>
          </ac:picMkLst>
        </pc:picChg>
      </pc:sldChg>
      <pc:sldChg chg="addSp delSp modSp add mod">
        <pc:chgData name="Sharanya D" userId="93b808fa8a59563a" providerId="LiveId" clId="{A2B72299-90BE-406F-BDDD-FE3AC415CB75}" dt="2025-11-05T13:36:50.177" v="977"/>
        <pc:sldMkLst>
          <pc:docMk/>
          <pc:sldMk cId="770608596" sldId="283"/>
        </pc:sldMkLst>
        <pc:spChg chg="add mod">
          <ac:chgData name="Sharanya D" userId="93b808fa8a59563a" providerId="LiveId" clId="{A2B72299-90BE-406F-BDDD-FE3AC415CB75}" dt="2025-11-05T13:36:50.177" v="977"/>
          <ac:spMkLst>
            <pc:docMk/>
            <pc:sldMk cId="770608596" sldId="283"/>
            <ac:spMk id="3" creationId="{3705C2B3-ABB6-FD9D-9555-BB78D3049CAA}"/>
          </ac:spMkLst>
        </pc:spChg>
        <pc:spChg chg="add del mod">
          <ac:chgData name="Sharanya D" userId="93b808fa8a59563a" providerId="LiveId" clId="{A2B72299-90BE-406F-BDDD-FE3AC415CB75}" dt="2025-11-05T09:41:04.517" v="675" actId="22"/>
          <ac:spMkLst>
            <pc:docMk/>
            <pc:sldMk cId="770608596" sldId="283"/>
            <ac:spMk id="3" creationId="{F4462C22-B5FA-C24E-E4D2-6A003E53F130}"/>
          </ac:spMkLst>
        </pc:spChg>
        <pc:spChg chg="add mod">
          <ac:chgData name="Sharanya D" userId="93b808fa8a59563a" providerId="LiveId" clId="{A2B72299-90BE-406F-BDDD-FE3AC415CB75}" dt="2025-11-05T13:36:50.177" v="977"/>
          <ac:spMkLst>
            <pc:docMk/>
            <pc:sldMk cId="770608596" sldId="283"/>
            <ac:spMk id="4" creationId="{3AFAC704-E195-9A09-C5A4-3D2A176E3669}"/>
          </ac:spMkLst>
        </pc:spChg>
        <pc:spChg chg="add mod">
          <ac:chgData name="Sharanya D" userId="93b808fa8a59563a" providerId="LiveId" clId="{A2B72299-90BE-406F-BDDD-FE3AC415CB75}" dt="2025-11-05T09:42:09.419" v="685" actId="207"/>
          <ac:spMkLst>
            <pc:docMk/>
            <pc:sldMk cId="770608596" sldId="283"/>
            <ac:spMk id="5" creationId="{D2C61905-39CD-B0B6-930E-C2906E45C3FE}"/>
          </ac:spMkLst>
        </pc:spChg>
        <pc:spChg chg="add mod">
          <ac:chgData name="Sharanya D" userId="93b808fa8a59563a" providerId="LiveId" clId="{A2B72299-90BE-406F-BDDD-FE3AC415CB75}" dt="2025-11-05T09:42:37.754" v="692" actId="20577"/>
          <ac:spMkLst>
            <pc:docMk/>
            <pc:sldMk cId="770608596" sldId="283"/>
            <ac:spMk id="7" creationId="{63FFE56C-77BE-E2D4-AC04-6AECF6F860BF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9" creationId="{AA7D7082-1D9B-2243-4AAF-DC84E5A2DF7B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0" creationId="{2F709215-F407-968E-8FBA-07F3873C30D5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1" creationId="{C945D940-FBEB-E8C9-5C54-B35530AC16C5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2" creationId="{ACC3CE11-A2DF-1274-7C91-291939B8882A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3" creationId="{5E391973-7C5F-8CA8-C4A5-EF7BBA14D692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4" creationId="{27EA8119-FD5B-5EA6-E267-ED2C461314F7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5" creationId="{2D4CAEB9-E74A-89D4-D7B4-DAEB9979491C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6" creationId="{4F4FBDBA-82B0-F6DC-9FDB-49523C7BB82E}"/>
          </ac:spMkLst>
        </pc:spChg>
        <pc:spChg chg="mod">
          <ac:chgData name="Sharanya D" userId="93b808fa8a59563a" providerId="LiveId" clId="{A2B72299-90BE-406F-BDDD-FE3AC415CB75}" dt="2025-11-05T13:32:36.518" v="918" actId="164"/>
          <ac:spMkLst>
            <pc:docMk/>
            <pc:sldMk cId="770608596" sldId="283"/>
            <ac:spMk id="18" creationId="{9E40DA8C-AA7D-F404-ECE1-14869454002B}"/>
          </ac:spMkLst>
        </pc:spChg>
        <pc:grpChg chg="add mod">
          <ac:chgData name="Sharanya D" userId="93b808fa8a59563a" providerId="LiveId" clId="{A2B72299-90BE-406F-BDDD-FE3AC415CB75}" dt="2025-11-05T13:32:39.455" v="919" actId="14100"/>
          <ac:grpSpMkLst>
            <pc:docMk/>
            <pc:sldMk cId="770608596" sldId="283"/>
            <ac:grpSpMk id="2" creationId="{F72851E5-C838-0814-1AC3-541BEF0FBE7B}"/>
          </ac:grpSpMkLst>
        </pc:grpChg>
        <pc:picChg chg="add mod">
          <ac:chgData name="Sharanya D" userId="93b808fa8a59563a" providerId="LiveId" clId="{A2B72299-90BE-406F-BDDD-FE3AC415CB75}" dt="2025-11-05T09:43:04.047" v="694" actId="1076"/>
          <ac:picMkLst>
            <pc:docMk/>
            <pc:sldMk cId="770608596" sldId="283"/>
            <ac:picMk id="17" creationId="{ACD248C2-5702-F277-5C56-2707C2C1450D}"/>
          </ac:picMkLst>
        </pc:picChg>
      </pc:sldChg>
      <pc:sldChg chg="addSp modSp add mod ord">
        <pc:chgData name="Sharanya D" userId="93b808fa8a59563a" providerId="LiveId" clId="{A2B72299-90BE-406F-BDDD-FE3AC415CB75}" dt="2025-11-05T13:36:52.032" v="978"/>
        <pc:sldMkLst>
          <pc:docMk/>
          <pc:sldMk cId="4009480192" sldId="284"/>
        </pc:sldMkLst>
        <pc:spChg chg="add mod">
          <ac:chgData name="Sharanya D" userId="93b808fa8a59563a" providerId="LiveId" clId="{A2B72299-90BE-406F-BDDD-FE3AC415CB75}" dt="2025-11-05T13:36:52.032" v="978"/>
          <ac:spMkLst>
            <pc:docMk/>
            <pc:sldMk cId="4009480192" sldId="284"/>
            <ac:spMk id="4" creationId="{68445731-8579-0003-5984-85C73EC74289}"/>
          </ac:spMkLst>
        </pc:spChg>
        <pc:spChg chg="add mod">
          <ac:chgData name="Sharanya D" userId="93b808fa8a59563a" providerId="LiveId" clId="{A2B72299-90BE-406F-BDDD-FE3AC415CB75}" dt="2025-11-05T10:15:00.295" v="727" actId="1076"/>
          <ac:spMkLst>
            <pc:docMk/>
            <pc:sldMk cId="4009480192" sldId="284"/>
            <ac:spMk id="5" creationId="{F0834E89-959E-6DC8-891D-078744C20CF4}"/>
          </ac:spMkLst>
        </pc:spChg>
        <pc:spChg chg="add mod">
          <ac:chgData name="Sharanya D" userId="93b808fa8a59563a" providerId="LiveId" clId="{A2B72299-90BE-406F-BDDD-FE3AC415CB75}" dt="2025-11-05T13:36:52.032" v="978"/>
          <ac:spMkLst>
            <pc:docMk/>
            <pc:sldMk cId="4009480192" sldId="284"/>
            <ac:spMk id="6" creationId="{442C561C-73C6-4541-A9D3-3123D08CC4FC}"/>
          </ac:spMkLst>
        </pc:spChg>
        <pc:spChg chg="add mod">
          <ac:chgData name="Sharanya D" userId="93b808fa8a59563a" providerId="LiveId" clId="{A2B72299-90BE-406F-BDDD-FE3AC415CB75}" dt="2025-11-05T10:15:52.235" v="741" actId="5793"/>
          <ac:spMkLst>
            <pc:docMk/>
            <pc:sldMk cId="4009480192" sldId="284"/>
            <ac:spMk id="7" creationId="{C8AED104-7FF6-3ED4-1440-F05820666C1E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9" creationId="{EED0C53D-2B62-4A5B-62B5-9CAE185A5360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0" creationId="{EECA3447-638F-F0FB-4D80-C4CE1DE32979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1" creationId="{2417CBD6-B773-7754-B5E8-1AE081AB3EA1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2" creationId="{68F39862-C9F1-4589-0B2E-7B158D892F8B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3" creationId="{512B530A-A0E0-10FE-60E2-CCADFD9F70B5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4" creationId="{C4B7B98C-406D-3539-3FA3-F736E2A2C54D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5" creationId="{714AE014-A4E3-BB04-E517-D0D2B2976C41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6" creationId="{DC26B186-66DF-5CB2-E538-CF9D53C5F4B3}"/>
          </ac:spMkLst>
        </pc:spChg>
        <pc:spChg chg="mod">
          <ac:chgData name="Sharanya D" userId="93b808fa8a59563a" providerId="LiveId" clId="{A2B72299-90BE-406F-BDDD-FE3AC415CB75}" dt="2025-11-05T13:32:44.313" v="920" actId="164"/>
          <ac:spMkLst>
            <pc:docMk/>
            <pc:sldMk cId="4009480192" sldId="284"/>
            <ac:spMk id="18" creationId="{3A99DA22-9D21-1D0D-EF63-E1B5F6BF41FB}"/>
          </ac:spMkLst>
        </pc:spChg>
        <pc:grpChg chg="add mod">
          <ac:chgData name="Sharanya D" userId="93b808fa8a59563a" providerId="LiveId" clId="{A2B72299-90BE-406F-BDDD-FE3AC415CB75}" dt="2025-11-05T13:32:47.856" v="921" actId="14100"/>
          <ac:grpSpMkLst>
            <pc:docMk/>
            <pc:sldMk cId="4009480192" sldId="284"/>
            <ac:grpSpMk id="2" creationId="{EFA22879-15A9-FB66-FEC3-EAA03F558FA8}"/>
          </ac:grpSpMkLst>
        </pc:grpChg>
        <pc:picChg chg="add mod">
          <ac:chgData name="Sharanya D" userId="93b808fa8a59563a" providerId="LiveId" clId="{A2B72299-90BE-406F-BDDD-FE3AC415CB75}" dt="2025-11-05T10:14:15.571" v="721" actId="1076"/>
          <ac:picMkLst>
            <pc:docMk/>
            <pc:sldMk cId="4009480192" sldId="284"/>
            <ac:picMk id="3" creationId="{5A2DEB48-6C3F-8644-DEDA-B58B865D8F7B}"/>
          </ac:picMkLst>
        </pc:picChg>
      </pc:sldChg>
      <pc:sldChg chg="addSp modSp add mod">
        <pc:chgData name="Sharanya D" userId="93b808fa8a59563a" providerId="LiveId" clId="{A2B72299-90BE-406F-BDDD-FE3AC415CB75}" dt="2025-11-05T13:37:00.227" v="980" actId="1076"/>
        <pc:sldMkLst>
          <pc:docMk/>
          <pc:sldMk cId="1363214976" sldId="285"/>
        </pc:sldMkLst>
        <pc:spChg chg="add mod">
          <ac:chgData name="Sharanya D" userId="93b808fa8a59563a" providerId="LiveId" clId="{A2B72299-90BE-406F-BDDD-FE3AC415CB75}" dt="2025-11-05T13:36:53.962" v="979"/>
          <ac:spMkLst>
            <pc:docMk/>
            <pc:sldMk cId="1363214976" sldId="285"/>
            <ac:spMk id="4" creationId="{5B6A79F0-41C8-6EA5-F75A-FA963BAAF2E5}"/>
          </ac:spMkLst>
        </pc:spChg>
        <pc:spChg chg="add mod">
          <ac:chgData name="Sharanya D" userId="93b808fa8a59563a" providerId="LiveId" clId="{A2B72299-90BE-406F-BDDD-FE3AC415CB75}" dt="2025-11-05T13:37:00.227" v="980" actId="1076"/>
          <ac:spMkLst>
            <pc:docMk/>
            <pc:sldMk cId="1363214976" sldId="285"/>
            <ac:spMk id="5" creationId="{0F1BE4A4-6844-971C-1FA0-94098ACDB7E5}"/>
          </ac:spMkLst>
        </pc:spChg>
        <pc:spChg chg="add mod">
          <ac:chgData name="Sharanya D" userId="93b808fa8a59563a" providerId="LiveId" clId="{A2B72299-90BE-406F-BDDD-FE3AC415CB75}" dt="2025-11-05T13:36:53.962" v="979"/>
          <ac:spMkLst>
            <pc:docMk/>
            <pc:sldMk cId="1363214976" sldId="285"/>
            <ac:spMk id="6" creationId="{430CA674-2BFC-44A7-A510-B218CFAF56F3}"/>
          </ac:spMkLst>
        </pc:spChg>
        <pc:spChg chg="add mod">
          <ac:chgData name="Sharanya D" userId="93b808fa8a59563a" providerId="LiveId" clId="{A2B72299-90BE-406F-BDDD-FE3AC415CB75}" dt="2025-11-05T10:17:48.648" v="765" actId="5793"/>
          <ac:spMkLst>
            <pc:docMk/>
            <pc:sldMk cId="1363214976" sldId="285"/>
            <ac:spMk id="7" creationId="{56226AA3-69B5-4821-7EBE-A8ACBDA6FAC7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9" creationId="{5F7AA6AD-7801-DE10-2213-BEEEDE3F9D16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0" creationId="{1E14F103-5130-03A1-6EA7-5F9FE8453718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1" creationId="{A4D56215-D7F5-5994-F877-970C8A207DDE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2" creationId="{AFD5FA2C-CE03-2474-5491-65A6EC79C638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3" creationId="{102CFAFD-E1A5-558D-D1FD-DC84E3B18ABB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4" creationId="{E53834FF-133A-E9BB-78B1-FD802DBB5109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5" creationId="{EF3EC069-508C-2F7F-D472-F8F10CBCA371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6" creationId="{39A39286-8EE2-B7ED-0B15-BB24D9DBDF86}"/>
          </ac:spMkLst>
        </pc:spChg>
        <pc:spChg chg="mod">
          <ac:chgData name="Sharanya D" userId="93b808fa8a59563a" providerId="LiveId" clId="{A2B72299-90BE-406F-BDDD-FE3AC415CB75}" dt="2025-11-05T13:33:15.976" v="922" actId="164"/>
          <ac:spMkLst>
            <pc:docMk/>
            <pc:sldMk cId="1363214976" sldId="285"/>
            <ac:spMk id="18" creationId="{A43DC65E-51E3-725D-D401-8C41C6B426A7}"/>
          </ac:spMkLst>
        </pc:spChg>
        <pc:grpChg chg="add mod">
          <ac:chgData name="Sharanya D" userId="93b808fa8a59563a" providerId="LiveId" clId="{A2B72299-90BE-406F-BDDD-FE3AC415CB75}" dt="2025-11-05T13:33:19.916" v="923" actId="14100"/>
          <ac:grpSpMkLst>
            <pc:docMk/>
            <pc:sldMk cId="1363214976" sldId="285"/>
            <ac:grpSpMk id="2" creationId="{73CC7A81-F1A0-726C-6A14-F99C75058034}"/>
          </ac:grpSpMkLst>
        </pc:grpChg>
        <pc:picChg chg="add mod">
          <ac:chgData name="Sharanya D" userId="93b808fa8a59563a" providerId="LiveId" clId="{A2B72299-90BE-406F-BDDD-FE3AC415CB75}" dt="2025-11-05T10:16:21.308" v="743" actId="1076"/>
          <ac:picMkLst>
            <pc:docMk/>
            <pc:sldMk cId="1363214976" sldId="285"/>
            <ac:picMk id="3" creationId="{A8B0425B-FC45-9696-C84E-080AA21C0E40}"/>
          </ac:picMkLst>
        </pc:picChg>
      </pc:sldChg>
      <pc:sldChg chg="addSp delSp modSp add mod">
        <pc:chgData name="Sharanya D" userId="93b808fa8a59563a" providerId="LiveId" clId="{A2B72299-90BE-406F-BDDD-FE3AC415CB75}" dt="2025-11-05T13:37:12.317" v="983" actId="1076"/>
        <pc:sldMkLst>
          <pc:docMk/>
          <pc:sldMk cId="526382172" sldId="286"/>
        </pc:sldMkLst>
        <pc:spChg chg="add mod">
          <ac:chgData name="Sharanya D" userId="93b808fa8a59563a" providerId="LiveId" clId="{A2B72299-90BE-406F-BDDD-FE3AC415CB75}" dt="2025-11-05T13:37:03.072" v="981"/>
          <ac:spMkLst>
            <pc:docMk/>
            <pc:sldMk cId="526382172" sldId="286"/>
            <ac:spMk id="4" creationId="{A627C266-7DA8-7E82-3861-AA34437A362C}"/>
          </ac:spMkLst>
        </pc:spChg>
        <pc:spChg chg="add del mod">
          <ac:chgData name="Sharanya D" userId="93b808fa8a59563a" providerId="LiveId" clId="{A2B72299-90BE-406F-BDDD-FE3AC415CB75}" dt="2025-11-05T13:37:08.028" v="982" actId="1076"/>
          <ac:spMkLst>
            <pc:docMk/>
            <pc:sldMk cId="526382172" sldId="286"/>
            <ac:spMk id="5" creationId="{F8C54647-66C8-FF0E-A959-CC5F9259E4A7}"/>
          </ac:spMkLst>
        </pc:spChg>
        <pc:spChg chg="add">
          <ac:chgData name="Sharanya D" userId="93b808fa8a59563a" providerId="LiveId" clId="{A2B72299-90BE-406F-BDDD-FE3AC415CB75}" dt="2025-11-05T10:21:25.757" v="776"/>
          <ac:spMkLst>
            <pc:docMk/>
            <pc:sldMk cId="526382172" sldId="286"/>
            <ac:spMk id="6" creationId="{31E16B80-C78E-AC6B-6A9B-4DC88AF7C609}"/>
          </ac:spMkLst>
        </pc:spChg>
        <pc:spChg chg="add mod">
          <ac:chgData name="Sharanya D" userId="93b808fa8a59563a" providerId="LiveId" clId="{A2B72299-90BE-406F-BDDD-FE3AC415CB75}" dt="2025-11-05T13:37:03.072" v="981"/>
          <ac:spMkLst>
            <pc:docMk/>
            <pc:sldMk cId="526382172" sldId="286"/>
            <ac:spMk id="6" creationId="{C9FD2EF0-7116-CE50-A67B-8A0469986CF2}"/>
          </ac:spMkLst>
        </pc:spChg>
        <pc:spChg chg="add">
          <ac:chgData name="Sharanya D" userId="93b808fa8a59563a" providerId="LiveId" clId="{A2B72299-90BE-406F-BDDD-FE3AC415CB75}" dt="2025-11-05T10:21:30.162" v="777"/>
          <ac:spMkLst>
            <pc:docMk/>
            <pc:sldMk cId="526382172" sldId="286"/>
            <ac:spMk id="7" creationId="{A0089B2D-2823-0927-C895-ABCEC0DBB0E8}"/>
          </ac:spMkLst>
        </pc:spChg>
        <pc:spChg chg="add">
          <ac:chgData name="Sharanya D" userId="93b808fa8a59563a" providerId="LiveId" clId="{A2B72299-90BE-406F-BDDD-FE3AC415CB75}" dt="2025-11-05T10:21:46.182" v="778"/>
          <ac:spMkLst>
            <pc:docMk/>
            <pc:sldMk cId="526382172" sldId="286"/>
            <ac:spMk id="8" creationId="{AB2C376D-0868-8212-3A6B-BA88CF950DA3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9" creationId="{CA56EBE1-E8E0-1446-2663-EE992DA6A929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0" creationId="{595A80A0-A03B-64F8-F5E1-E2E29D2BAE51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1" creationId="{2A7B7A2A-F898-F6E2-7058-9F7355D6A6E1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2" creationId="{EF77E58A-3AE5-CD31-C643-584213D25864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3" creationId="{1182B7D4-36BA-AC0F-602A-743840F6DB02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4" creationId="{C95AFEF9-7EA7-66FC-44D1-9600CCF975C4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5" creationId="{721BECC7-34D7-C9DF-7CBA-0C26E24CE242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6" creationId="{EE5FB730-2033-4457-43BC-CCF166E90B0E}"/>
          </ac:spMkLst>
        </pc:spChg>
        <pc:spChg chg="add del mod">
          <ac:chgData name="Sharanya D" userId="93b808fa8a59563a" providerId="LiveId" clId="{A2B72299-90BE-406F-BDDD-FE3AC415CB75}" dt="2025-11-05T10:23:09.166" v="793" actId="478"/>
          <ac:spMkLst>
            <pc:docMk/>
            <pc:sldMk cId="526382172" sldId="286"/>
            <ac:spMk id="17" creationId="{A9BCAC61-CDDE-8B71-C4E7-DC7808D8771D}"/>
          </ac:spMkLst>
        </pc:spChg>
        <pc:spChg chg="mod">
          <ac:chgData name="Sharanya D" userId="93b808fa8a59563a" providerId="LiveId" clId="{A2B72299-90BE-406F-BDDD-FE3AC415CB75}" dt="2025-11-05T13:33:27.805" v="924" actId="164"/>
          <ac:spMkLst>
            <pc:docMk/>
            <pc:sldMk cId="526382172" sldId="286"/>
            <ac:spMk id="18" creationId="{2BBDCA4C-4128-4996-B903-D5FFAA85C6C1}"/>
          </ac:spMkLst>
        </pc:spChg>
        <pc:spChg chg="add">
          <ac:chgData name="Sharanya D" userId="93b808fa8a59563a" providerId="LiveId" clId="{A2B72299-90BE-406F-BDDD-FE3AC415CB75}" dt="2025-11-05T10:21:55.684" v="780"/>
          <ac:spMkLst>
            <pc:docMk/>
            <pc:sldMk cId="526382172" sldId="286"/>
            <ac:spMk id="19" creationId="{AAA36A77-BC05-AC26-5455-0D2401D5CFEE}"/>
          </ac:spMkLst>
        </pc:spChg>
        <pc:spChg chg="add">
          <ac:chgData name="Sharanya D" userId="93b808fa8a59563a" providerId="LiveId" clId="{A2B72299-90BE-406F-BDDD-FE3AC415CB75}" dt="2025-11-05T10:22:02.104" v="784"/>
          <ac:spMkLst>
            <pc:docMk/>
            <pc:sldMk cId="526382172" sldId="286"/>
            <ac:spMk id="20" creationId="{BB84CEB6-762D-6C05-F7C3-A71ADF3ADA64}"/>
          </ac:spMkLst>
        </pc:spChg>
        <pc:spChg chg="add">
          <ac:chgData name="Sharanya D" userId="93b808fa8a59563a" providerId="LiveId" clId="{A2B72299-90BE-406F-BDDD-FE3AC415CB75}" dt="2025-11-05T10:22:15.781" v="791"/>
          <ac:spMkLst>
            <pc:docMk/>
            <pc:sldMk cId="526382172" sldId="286"/>
            <ac:spMk id="21" creationId="{61643265-2AB6-5358-4DA8-309393E1796C}"/>
          </ac:spMkLst>
        </pc:spChg>
        <pc:spChg chg="add del mod">
          <ac:chgData name="Sharanya D" userId="93b808fa8a59563a" providerId="LiveId" clId="{A2B72299-90BE-406F-BDDD-FE3AC415CB75}" dt="2025-11-05T10:24:09.166" v="800" actId="478"/>
          <ac:spMkLst>
            <pc:docMk/>
            <pc:sldMk cId="526382172" sldId="286"/>
            <ac:spMk id="23" creationId="{71EAD9FE-9347-A934-12BB-06B399C9D043}"/>
          </ac:spMkLst>
        </pc:spChg>
        <pc:spChg chg="add">
          <ac:chgData name="Sharanya D" userId="93b808fa8a59563a" providerId="LiveId" clId="{A2B72299-90BE-406F-BDDD-FE3AC415CB75}" dt="2025-11-05T10:23:59.623" v="797"/>
          <ac:spMkLst>
            <pc:docMk/>
            <pc:sldMk cId="526382172" sldId="286"/>
            <ac:spMk id="24" creationId="{460041BE-4089-E16E-E81A-F9C052F7687B}"/>
          </ac:spMkLst>
        </pc:spChg>
        <pc:spChg chg="add">
          <ac:chgData name="Sharanya D" userId="93b808fa8a59563a" providerId="LiveId" clId="{A2B72299-90BE-406F-BDDD-FE3AC415CB75}" dt="2025-11-05T10:24:07.042" v="799"/>
          <ac:spMkLst>
            <pc:docMk/>
            <pc:sldMk cId="526382172" sldId="286"/>
            <ac:spMk id="25" creationId="{0BFB348F-9860-0ABB-D4BB-78B895E8E88B}"/>
          </ac:spMkLst>
        </pc:spChg>
        <pc:spChg chg="add mod">
          <ac:chgData name="Sharanya D" userId="93b808fa8a59563a" providerId="LiveId" clId="{A2B72299-90BE-406F-BDDD-FE3AC415CB75}" dt="2025-11-05T13:37:12.317" v="983" actId="1076"/>
          <ac:spMkLst>
            <pc:docMk/>
            <pc:sldMk cId="526382172" sldId="286"/>
            <ac:spMk id="27" creationId="{85167116-4D4C-6E3E-871F-BE92C120F914}"/>
          </ac:spMkLst>
        </pc:spChg>
        <pc:grpChg chg="add mod">
          <ac:chgData name="Sharanya D" userId="93b808fa8a59563a" providerId="LiveId" clId="{A2B72299-90BE-406F-BDDD-FE3AC415CB75}" dt="2025-11-05T13:33:30.944" v="925" actId="14100"/>
          <ac:grpSpMkLst>
            <pc:docMk/>
            <pc:sldMk cId="526382172" sldId="286"/>
            <ac:grpSpMk id="2" creationId="{FFB62C6C-3BD3-1AF1-6C92-D281AA71C914}"/>
          </ac:grpSpMkLst>
        </pc:grpChg>
        <pc:picChg chg="add mod">
          <ac:chgData name="Sharanya D" userId="93b808fa8a59563a" providerId="LiveId" clId="{A2B72299-90BE-406F-BDDD-FE3AC415CB75}" dt="2025-11-05T10:20:39.673" v="767" actId="1076"/>
          <ac:picMkLst>
            <pc:docMk/>
            <pc:sldMk cId="526382172" sldId="286"/>
            <ac:picMk id="3" creationId="{0D2E9337-088D-F616-37AB-EF8A37DFE7CA}"/>
          </ac:picMkLst>
        </pc:picChg>
      </pc:sldChg>
      <pc:sldChg chg="addSp modSp add mod">
        <pc:chgData name="Sharanya D" userId="93b808fa8a59563a" providerId="LiveId" clId="{A2B72299-90BE-406F-BDDD-FE3AC415CB75}" dt="2025-11-05T13:37:35.056" v="987" actId="1076"/>
        <pc:sldMkLst>
          <pc:docMk/>
          <pc:sldMk cId="1395168224" sldId="287"/>
        </pc:sldMkLst>
        <pc:spChg chg="add mod">
          <ac:chgData name="Sharanya D" userId="93b808fa8a59563a" providerId="LiveId" clId="{A2B72299-90BE-406F-BDDD-FE3AC415CB75}" dt="2025-11-05T13:37:35.056" v="987" actId="1076"/>
          <ac:spMkLst>
            <pc:docMk/>
            <pc:sldMk cId="1395168224" sldId="287"/>
            <ac:spMk id="3" creationId="{9E648658-0878-A4FA-6F7B-2E12A36489C9}"/>
          </ac:spMkLst>
        </pc:spChg>
        <pc:spChg chg="add mod">
          <ac:chgData name="Sharanya D" userId="93b808fa8a59563a" providerId="LiveId" clId="{A2B72299-90BE-406F-BDDD-FE3AC415CB75}" dt="2025-11-05T13:37:29.859" v="986" actId="14100"/>
          <ac:spMkLst>
            <pc:docMk/>
            <pc:sldMk cId="1395168224" sldId="287"/>
            <ac:spMk id="4" creationId="{ACC156E1-766A-0065-C0A4-24900D5B1AA1}"/>
          </ac:spMkLst>
        </pc:spChg>
        <pc:spChg chg="add mod">
          <ac:chgData name="Sharanya D" userId="93b808fa8a59563a" providerId="LiveId" clId="{A2B72299-90BE-406F-BDDD-FE3AC415CB75}" dt="2025-11-05T10:35:57.906" v="830" actId="20577"/>
          <ac:spMkLst>
            <pc:docMk/>
            <pc:sldMk cId="1395168224" sldId="287"/>
            <ac:spMk id="5" creationId="{8377B3E1-77A9-8533-28A3-3C9D70D943ED}"/>
          </ac:spMkLst>
        </pc:spChg>
        <pc:spChg chg="add mod">
          <ac:chgData name="Sharanya D" userId="93b808fa8a59563a" providerId="LiveId" clId="{A2B72299-90BE-406F-BDDD-FE3AC415CB75}" dt="2025-11-05T13:37:18.111" v="984"/>
          <ac:spMkLst>
            <pc:docMk/>
            <pc:sldMk cId="1395168224" sldId="287"/>
            <ac:spMk id="6" creationId="{BEA0A50D-ABF5-B325-2D20-F04C3F4E9F86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9" creationId="{4716D287-AD73-8BDB-CF41-5183583BBE03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0" creationId="{A54D24FB-8215-691B-26AD-31892D51A9EA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1" creationId="{68F2FDE7-3E46-DA85-AA1B-30940632F145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2" creationId="{0ADCE23F-8771-83A7-1439-5F544C201EF5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3" creationId="{4CDBBC87-C99A-6628-7EA8-E7B4D347BB87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4" creationId="{909278DC-3866-84EA-71AD-DFBD9775EE22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5" creationId="{3702131E-079B-C3EE-1635-32C91149E94E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6" creationId="{31C91B7E-4D84-0384-FFE3-7257B8223492}"/>
          </ac:spMkLst>
        </pc:spChg>
        <pc:spChg chg="mod">
          <ac:chgData name="Sharanya D" userId="93b808fa8a59563a" providerId="LiveId" clId="{A2B72299-90BE-406F-BDDD-FE3AC415CB75}" dt="2025-11-05T13:33:36.973" v="926" actId="164"/>
          <ac:spMkLst>
            <pc:docMk/>
            <pc:sldMk cId="1395168224" sldId="287"/>
            <ac:spMk id="18" creationId="{6953940F-A2DD-C0B2-93A6-CA1A2FDF962D}"/>
          </ac:spMkLst>
        </pc:spChg>
        <pc:grpChg chg="add mod">
          <ac:chgData name="Sharanya D" userId="93b808fa8a59563a" providerId="LiveId" clId="{A2B72299-90BE-406F-BDDD-FE3AC415CB75}" dt="2025-11-05T13:33:40.572" v="927" actId="14100"/>
          <ac:grpSpMkLst>
            <pc:docMk/>
            <pc:sldMk cId="1395168224" sldId="287"/>
            <ac:grpSpMk id="2" creationId="{F871F5F2-FDC6-E0A1-54DF-B097666F3EA1}"/>
          </ac:grpSpMkLst>
        </pc:grpChg>
        <pc:picChg chg="add mod">
          <ac:chgData name="Sharanya D" userId="93b808fa8a59563a" providerId="LiveId" clId="{A2B72299-90BE-406F-BDDD-FE3AC415CB75}" dt="2025-11-05T10:36:30.947" v="833" actId="14100"/>
          <ac:picMkLst>
            <pc:docMk/>
            <pc:sldMk cId="1395168224" sldId="287"/>
            <ac:picMk id="7" creationId="{259B07EF-092D-634E-8935-857247C4BE4F}"/>
          </ac:picMkLst>
        </pc:picChg>
      </pc:sldChg>
      <pc:sldChg chg="addSp delSp modSp new mod">
        <pc:chgData name="Sharanya D" userId="93b808fa8a59563a" providerId="LiveId" clId="{A2B72299-90BE-406F-BDDD-FE3AC415CB75}" dt="2025-11-05T13:48:47.212" v="1839" actId="207"/>
        <pc:sldMkLst>
          <pc:docMk/>
          <pc:sldMk cId="2323405057" sldId="288"/>
        </pc:sldMkLst>
        <pc:spChg chg="del">
          <ac:chgData name="Sharanya D" userId="93b808fa8a59563a" providerId="LiveId" clId="{A2B72299-90BE-406F-BDDD-FE3AC415CB75}" dt="2025-11-05T09:07:18.661" v="568" actId="478"/>
          <ac:spMkLst>
            <pc:docMk/>
            <pc:sldMk cId="2323405057" sldId="288"/>
            <ac:spMk id="2" creationId="{BC7B5785-38D3-0384-6C80-B470593BAF30}"/>
          </ac:spMkLst>
        </pc:spChg>
        <pc:spChg chg="add mod">
          <ac:chgData name="Sharanya D" userId="93b808fa8a59563a" providerId="LiveId" clId="{A2B72299-90BE-406F-BDDD-FE3AC415CB75}" dt="2025-11-05T13:37:45.100" v="988"/>
          <ac:spMkLst>
            <pc:docMk/>
            <pc:sldMk cId="2323405057" sldId="288"/>
            <ac:spMk id="2" creationId="{F9AFA232-EAC3-A295-D34F-725215AC5FCB}"/>
          </ac:spMkLst>
        </pc:spChg>
        <pc:spChg chg="add mod">
          <ac:chgData name="Sharanya D" userId="93b808fa8a59563a" providerId="LiveId" clId="{A2B72299-90BE-406F-BDDD-FE3AC415CB75}" dt="2025-11-05T13:37:54.421" v="1021" actId="20577"/>
          <ac:spMkLst>
            <pc:docMk/>
            <pc:sldMk cId="2323405057" sldId="288"/>
            <ac:spMk id="3" creationId="{3BEAE365-C04A-5636-C8C9-4130B0A5597A}"/>
          </ac:spMkLst>
        </pc:spChg>
        <pc:spChg chg="del">
          <ac:chgData name="Sharanya D" userId="93b808fa8a59563a" providerId="LiveId" clId="{A2B72299-90BE-406F-BDDD-FE3AC415CB75}" dt="2025-11-05T09:07:18.661" v="568" actId="478"/>
          <ac:spMkLst>
            <pc:docMk/>
            <pc:sldMk cId="2323405057" sldId="288"/>
            <ac:spMk id="3" creationId="{3F7F008A-50EC-D593-58E1-DA946FBCDB60}"/>
          </ac:spMkLst>
        </pc:spChg>
        <pc:spChg chg="add mod">
          <ac:chgData name="Sharanya D" userId="93b808fa8a59563a" providerId="LiveId" clId="{A2B72299-90BE-406F-BDDD-FE3AC415CB75}" dt="2025-11-05T13:48:42.930" v="1838" actId="207"/>
          <ac:spMkLst>
            <pc:docMk/>
            <pc:sldMk cId="2323405057" sldId="288"/>
            <ac:spMk id="4" creationId="{79487772-BD89-B6A5-4F01-1AC765EF5140}"/>
          </ac:spMkLst>
        </pc:spChg>
        <pc:spChg chg="add mod ord">
          <ac:chgData name="Sharanya D" userId="93b808fa8a59563a" providerId="LiveId" clId="{A2B72299-90BE-406F-BDDD-FE3AC415CB75}" dt="2025-11-05T13:48:47.212" v="1839" actId="207"/>
          <ac:spMkLst>
            <pc:docMk/>
            <pc:sldMk cId="2323405057" sldId="288"/>
            <ac:spMk id="5" creationId="{C8D0EA29-DE36-F890-9334-43BA017E98E1}"/>
          </ac:spMkLst>
        </pc:spChg>
      </pc:sldChg>
      <pc:sldChg chg="addSp delSp modSp new mod modTransition">
        <pc:chgData name="Sharanya D" userId="93b808fa8a59563a" providerId="LiveId" clId="{A2B72299-90BE-406F-BDDD-FE3AC415CB75}" dt="2025-11-05T10:50:51.662" v="906"/>
        <pc:sldMkLst>
          <pc:docMk/>
          <pc:sldMk cId="880153833" sldId="289"/>
        </pc:sldMkLst>
        <pc:spChg chg="del">
          <ac:chgData name="Sharanya D" userId="93b808fa8a59563a" providerId="LiveId" clId="{A2B72299-90BE-406F-BDDD-FE3AC415CB75}" dt="2025-11-05T10:43:22.260" v="842" actId="478"/>
          <ac:spMkLst>
            <pc:docMk/>
            <pc:sldMk cId="880153833" sldId="289"/>
            <ac:spMk id="2" creationId="{37704C14-505E-2C54-EEEC-2CEA71863B09}"/>
          </ac:spMkLst>
        </pc:spChg>
        <pc:spChg chg="del">
          <ac:chgData name="Sharanya D" userId="93b808fa8a59563a" providerId="LiveId" clId="{A2B72299-90BE-406F-BDDD-FE3AC415CB75}" dt="2025-11-05T10:43:22.260" v="842" actId="478"/>
          <ac:spMkLst>
            <pc:docMk/>
            <pc:sldMk cId="880153833" sldId="289"/>
            <ac:spMk id="3" creationId="{1B7AB70E-662E-0439-638F-CE7B3C2CFA63}"/>
          </ac:spMkLst>
        </pc:spChg>
        <pc:spChg chg="add mod">
          <ac:chgData name="Sharanya D" userId="93b808fa8a59563a" providerId="LiveId" clId="{A2B72299-90BE-406F-BDDD-FE3AC415CB75}" dt="2025-11-05T10:44:17.707" v="848" actId="14100"/>
          <ac:spMkLst>
            <pc:docMk/>
            <pc:sldMk cId="880153833" sldId="289"/>
            <ac:spMk id="4" creationId="{064041C9-AB03-B9C7-5B9D-B31B3C1BF29B}"/>
          </ac:spMkLst>
        </pc:spChg>
        <pc:spChg chg="add mod">
          <ac:chgData name="Sharanya D" userId="93b808fa8a59563a" providerId="LiveId" clId="{A2B72299-90BE-406F-BDDD-FE3AC415CB75}" dt="2025-11-05T10:44:44.510" v="855" actId="207"/>
          <ac:spMkLst>
            <pc:docMk/>
            <pc:sldMk cId="880153833" sldId="289"/>
            <ac:spMk id="5" creationId="{C881C441-856D-5984-9ADF-C57F7C515061}"/>
          </ac:spMkLst>
        </pc:spChg>
        <pc:spChg chg="add mod">
          <ac:chgData name="Sharanya D" userId="93b808fa8a59563a" providerId="LiveId" clId="{A2B72299-90BE-406F-BDDD-FE3AC415CB75}" dt="2025-11-05T10:45:59.761" v="867" actId="2711"/>
          <ac:spMkLst>
            <pc:docMk/>
            <pc:sldMk cId="880153833" sldId="289"/>
            <ac:spMk id="6" creationId="{CB53B0B7-539F-37D9-5978-70EE2FFFDAF9}"/>
          </ac:spMkLst>
        </pc:spChg>
      </pc:sldChg>
      <pc:sldChg chg="add del">
        <pc:chgData name="Sharanya D" userId="93b808fa8a59563a" providerId="LiveId" clId="{A2B72299-90BE-406F-BDDD-FE3AC415CB75}" dt="2025-11-05T10:43:14.849" v="840" actId="2890"/>
        <pc:sldMkLst>
          <pc:docMk/>
          <pc:sldMk cId="1354443693" sldId="289"/>
        </pc:sldMkLst>
      </pc:sldChg>
      <pc:sldChg chg="addSp delSp modSp new mod modTransition">
        <pc:chgData name="Sharanya D" userId="93b808fa8a59563a" providerId="LiveId" clId="{A2B72299-90BE-406F-BDDD-FE3AC415CB75}" dt="2025-11-05T10:50:48.754" v="905"/>
        <pc:sldMkLst>
          <pc:docMk/>
          <pc:sldMk cId="2131439533" sldId="290"/>
        </pc:sldMkLst>
        <pc:spChg chg="del">
          <ac:chgData name="Sharanya D" userId="93b808fa8a59563a" providerId="LiveId" clId="{A2B72299-90BE-406F-BDDD-FE3AC415CB75}" dt="2025-11-05T10:46:25.808" v="869" actId="478"/>
          <ac:spMkLst>
            <pc:docMk/>
            <pc:sldMk cId="2131439533" sldId="290"/>
            <ac:spMk id="2" creationId="{96AB4F7E-06A9-C488-2BB9-5BEE35E89AA8}"/>
          </ac:spMkLst>
        </pc:spChg>
        <pc:spChg chg="del">
          <ac:chgData name="Sharanya D" userId="93b808fa8a59563a" providerId="LiveId" clId="{A2B72299-90BE-406F-BDDD-FE3AC415CB75}" dt="2025-11-05T10:46:25.808" v="869" actId="478"/>
          <ac:spMkLst>
            <pc:docMk/>
            <pc:sldMk cId="2131439533" sldId="290"/>
            <ac:spMk id="3" creationId="{F2BF944B-B475-9659-87FD-3132F036EB4F}"/>
          </ac:spMkLst>
        </pc:spChg>
        <pc:spChg chg="add mod">
          <ac:chgData name="Sharanya D" userId="93b808fa8a59563a" providerId="LiveId" clId="{A2B72299-90BE-406F-BDDD-FE3AC415CB75}" dt="2025-11-05T10:46:38.283" v="870"/>
          <ac:spMkLst>
            <pc:docMk/>
            <pc:sldMk cId="2131439533" sldId="290"/>
            <ac:spMk id="4" creationId="{E9A5D4C8-4C86-0147-ED0F-38AFAB8C739F}"/>
          </ac:spMkLst>
        </pc:spChg>
        <pc:spChg chg="add del mod">
          <ac:chgData name="Sharanya D" userId="93b808fa8a59563a" providerId="LiveId" clId="{A2B72299-90BE-406F-BDDD-FE3AC415CB75}" dt="2025-11-05T10:47:31.296" v="888" actId="207"/>
          <ac:spMkLst>
            <pc:docMk/>
            <pc:sldMk cId="2131439533" sldId="290"/>
            <ac:spMk id="5" creationId="{11D396B9-FF20-6B28-3D78-76011919A375}"/>
          </ac:spMkLst>
        </pc:spChg>
        <pc:spChg chg="add mod">
          <ac:chgData name="Sharanya D" userId="93b808fa8a59563a" providerId="LiveId" clId="{A2B72299-90BE-406F-BDDD-FE3AC415CB75}" dt="2025-11-05T10:49:14.508" v="904" actId="1076"/>
          <ac:spMkLst>
            <pc:docMk/>
            <pc:sldMk cId="2131439533" sldId="290"/>
            <ac:spMk id="7" creationId="{955A2128-9AE6-887D-F493-651BE6B2BC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822F-BBA7-0B20-B297-D7CD11AB0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02F95-183D-DC12-0B4A-9F97AF408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9F1A-9390-E746-D85B-F1D6F082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A4FA0-2947-50A7-9FBD-09313C62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9D178-40C1-5941-3BC9-17A31574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4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747A-D8E6-645B-C683-AC223D73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57C74-561C-ED66-95F3-4897FD57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7B6DA-4045-D711-9067-A03705BC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6D60D-E52F-63B8-AD67-9152BE95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B221A-B831-DF11-EFEA-2CBE7E57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285F-D1C8-14AA-6A12-F4315B66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821A4-5675-4F16-B23D-F683F1672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8D02-9697-44CC-5E85-C84BFA2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DB6C1-0E00-D77E-17DE-44E9AF59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26264-40E9-3040-C9DA-9C7C66C7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44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F9A38-5DC3-643F-AAF9-71539C86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9E734-95AF-DA16-E97E-97618C161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373E0-9938-3F42-8E4A-2D3982658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E834B-DC78-4AD4-42FB-11662E50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3DCC4-8CCA-1DFB-74D2-9E2F4622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E1D4-7019-B5CD-F2D1-21019D55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25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6F8B-522D-5122-0AD9-224577AB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4885-B606-3AA5-9E54-69B4519B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B5B40-ADD6-FA96-A1CB-60DB60B0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9097B-CBEE-35FE-872A-D091A7DB1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C22EF-943F-9370-FD56-7F1944D42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1C6FB-4031-4940-B915-30F5A2C8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3B130-BCFC-ABDB-3EA9-61DAA344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C834C-7E23-9A74-B97C-729C314B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12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52CD-4838-7622-CF0E-AE6D0ED4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081FE-5C7B-FE3A-92ED-A22C0D44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DD15-07B6-5B7A-D0C4-DAB4F900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F4C02-7353-0ED6-1D3B-2C34C2D5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ACB59-4A32-BD87-1255-072E6098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F25D6-8019-EEF6-BFCA-25A438E6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C18A2-D575-4DD3-DCEA-81BF1C61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7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151F-7141-EF7F-CC41-BCBD1D7C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344C-2888-11E9-53BD-A08CAE891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8215D-3C5D-0FFB-D51D-E9FF6F0AB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DFCD4-0290-850A-3FD8-CA09C98F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62EF0-936C-79C9-23D9-3CE9DE58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B5E8-FB82-28E5-02A0-E6E770A5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0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2BAE-42ED-F8D9-050C-545EB17BA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F9D63-57DD-045F-7FA8-2163EB05F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5E207-7B93-298E-E8C3-B251857A7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B279D-7163-E794-E8FB-450F5BB0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332B-CD66-1BDA-BA4B-EE230274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1721-1F65-C8E0-4EBD-8B20AB20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84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9EDC-C30C-B719-DD1F-2F51D798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90AD4-040D-215D-FC83-3A6152282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4535D-7D94-0954-F664-1FE3B9AD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8918-0A42-5597-733F-21F46852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A4BDE-AB55-2B08-1CB5-B4A72CBA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024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8878A-EAEB-48CD-DC89-3B9231F0C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40527-4036-1659-63B7-AF4C541D3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6FD2-5427-9AE9-5906-BE9DAB80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F784-2CBE-E143-1447-0083DE49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70D10-2A07-0971-81A4-36C0AE6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578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D23B6-9A5A-58BF-D378-F3C1B93A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6D2DA-6AAD-0108-179B-DAE3358A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0D382-BB0B-C5FE-7C62-5B56642C5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41E6C-E2CD-4D51-A0AB-FC8F9006FFE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7CB7E-75B8-0D5C-BFD0-CDE1DE79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01D0-C0EE-F7F7-9D79-990B9D0D5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3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12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2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8.png"/><Relationship Id="rId4" Type="http://schemas.openxmlformats.org/officeDocument/2006/relationships/image" Target="../media/image12.png"/><Relationship Id="rId9" Type="http://schemas.openxmlformats.org/officeDocument/2006/relationships/hyperlink" Target="https://bs.wikipedia.org/wiki/Microsoft_Exce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415267-C4F7-45DE-644E-5C3B85C9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74" y="36982"/>
            <a:ext cx="9810750" cy="6770431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65E021-1216-35C6-7101-499208838421}"/>
              </a:ext>
            </a:extLst>
          </p:cNvPr>
          <p:cNvSpPr/>
          <p:nvPr/>
        </p:nvSpPr>
        <p:spPr>
          <a:xfrm>
            <a:off x="0" y="36982"/>
            <a:ext cx="12191999" cy="6857999"/>
          </a:xfrm>
          <a:custGeom>
            <a:avLst/>
            <a:gdLst>
              <a:gd name="connsiteX0" fmla="*/ 7592293 w 12191999"/>
              <a:gd name="connsiteY0" fmla="*/ 1077189 h 6857999"/>
              <a:gd name="connsiteX1" fmla="*/ 7471063 w 12191999"/>
              <a:gd name="connsiteY1" fmla="*/ 1198418 h 6857999"/>
              <a:gd name="connsiteX2" fmla="*/ 7471063 w 12191999"/>
              <a:gd name="connsiteY2" fmla="*/ 6369621 h 6857999"/>
              <a:gd name="connsiteX3" fmla="*/ 7592293 w 12191999"/>
              <a:gd name="connsiteY3" fmla="*/ 6490851 h 6857999"/>
              <a:gd name="connsiteX4" fmla="*/ 8077197 w 12191999"/>
              <a:gd name="connsiteY4" fmla="*/ 6490851 h 6857999"/>
              <a:gd name="connsiteX5" fmla="*/ 8198427 w 12191999"/>
              <a:gd name="connsiteY5" fmla="*/ 6369621 h 6857999"/>
              <a:gd name="connsiteX6" fmla="*/ 8198427 w 12191999"/>
              <a:gd name="connsiteY6" fmla="*/ 1198418 h 6857999"/>
              <a:gd name="connsiteX7" fmla="*/ 8077197 w 12191999"/>
              <a:gd name="connsiteY7" fmla="*/ 1077189 h 6857999"/>
              <a:gd name="connsiteX8" fmla="*/ 9337965 w 12191999"/>
              <a:gd name="connsiteY8" fmla="*/ 900543 h 6857999"/>
              <a:gd name="connsiteX9" fmla="*/ 9216735 w 12191999"/>
              <a:gd name="connsiteY9" fmla="*/ 1021773 h 6857999"/>
              <a:gd name="connsiteX10" fmla="*/ 9216735 w 12191999"/>
              <a:gd name="connsiteY10" fmla="*/ 6192976 h 6857999"/>
              <a:gd name="connsiteX11" fmla="*/ 9337965 w 12191999"/>
              <a:gd name="connsiteY11" fmla="*/ 6314206 h 6857999"/>
              <a:gd name="connsiteX12" fmla="*/ 9822869 w 12191999"/>
              <a:gd name="connsiteY12" fmla="*/ 6314206 h 6857999"/>
              <a:gd name="connsiteX13" fmla="*/ 9944099 w 12191999"/>
              <a:gd name="connsiteY13" fmla="*/ 6192976 h 6857999"/>
              <a:gd name="connsiteX14" fmla="*/ 9944099 w 12191999"/>
              <a:gd name="connsiteY14" fmla="*/ 1021773 h 6857999"/>
              <a:gd name="connsiteX15" fmla="*/ 9822869 w 12191999"/>
              <a:gd name="connsiteY15" fmla="*/ 900543 h 6857999"/>
              <a:gd name="connsiteX16" fmla="*/ 11042075 w 12191999"/>
              <a:gd name="connsiteY16" fmla="*/ 722167 h 6857999"/>
              <a:gd name="connsiteX17" fmla="*/ 10920845 w 12191999"/>
              <a:gd name="connsiteY17" fmla="*/ 843397 h 6857999"/>
              <a:gd name="connsiteX18" fmla="*/ 10920845 w 12191999"/>
              <a:gd name="connsiteY18" fmla="*/ 6014600 h 6857999"/>
              <a:gd name="connsiteX19" fmla="*/ 11042075 w 12191999"/>
              <a:gd name="connsiteY19" fmla="*/ 6135830 h 6857999"/>
              <a:gd name="connsiteX20" fmla="*/ 11526979 w 12191999"/>
              <a:gd name="connsiteY20" fmla="*/ 6135830 h 6857999"/>
              <a:gd name="connsiteX21" fmla="*/ 11648209 w 12191999"/>
              <a:gd name="connsiteY21" fmla="*/ 6014600 h 6857999"/>
              <a:gd name="connsiteX22" fmla="*/ 11648209 w 12191999"/>
              <a:gd name="connsiteY22" fmla="*/ 843397 h 6857999"/>
              <a:gd name="connsiteX23" fmla="*/ 11526979 w 12191999"/>
              <a:gd name="connsiteY23" fmla="*/ 722167 h 6857999"/>
              <a:gd name="connsiteX24" fmla="*/ 8499765 w 12191999"/>
              <a:gd name="connsiteY24" fmla="*/ 389658 h 6857999"/>
              <a:gd name="connsiteX25" fmla="*/ 8378535 w 12191999"/>
              <a:gd name="connsiteY25" fmla="*/ 510887 h 6857999"/>
              <a:gd name="connsiteX26" fmla="*/ 8378535 w 12191999"/>
              <a:gd name="connsiteY26" fmla="*/ 5682090 h 6857999"/>
              <a:gd name="connsiteX27" fmla="*/ 8499765 w 12191999"/>
              <a:gd name="connsiteY27" fmla="*/ 5803320 h 6857999"/>
              <a:gd name="connsiteX28" fmla="*/ 8984669 w 12191999"/>
              <a:gd name="connsiteY28" fmla="*/ 5803320 h 6857999"/>
              <a:gd name="connsiteX29" fmla="*/ 9105899 w 12191999"/>
              <a:gd name="connsiteY29" fmla="*/ 5682090 h 6857999"/>
              <a:gd name="connsiteX30" fmla="*/ 9105899 w 12191999"/>
              <a:gd name="connsiteY30" fmla="*/ 510887 h 6857999"/>
              <a:gd name="connsiteX31" fmla="*/ 8984669 w 12191999"/>
              <a:gd name="connsiteY31" fmla="*/ 389658 h 6857999"/>
              <a:gd name="connsiteX32" fmla="*/ 10162311 w 12191999"/>
              <a:gd name="connsiteY32" fmla="*/ 235527 h 6857999"/>
              <a:gd name="connsiteX33" fmla="*/ 10041081 w 12191999"/>
              <a:gd name="connsiteY33" fmla="*/ 356757 h 6857999"/>
              <a:gd name="connsiteX34" fmla="*/ 10041081 w 12191999"/>
              <a:gd name="connsiteY34" fmla="*/ 5527960 h 6857999"/>
              <a:gd name="connsiteX35" fmla="*/ 10162311 w 12191999"/>
              <a:gd name="connsiteY35" fmla="*/ 5649190 h 6857999"/>
              <a:gd name="connsiteX36" fmla="*/ 10647215 w 12191999"/>
              <a:gd name="connsiteY36" fmla="*/ 5649190 h 6857999"/>
              <a:gd name="connsiteX37" fmla="*/ 10768445 w 12191999"/>
              <a:gd name="connsiteY37" fmla="*/ 5527960 h 6857999"/>
              <a:gd name="connsiteX38" fmla="*/ 10768445 w 12191999"/>
              <a:gd name="connsiteY38" fmla="*/ 356757 h 6857999"/>
              <a:gd name="connsiteX39" fmla="*/ 10647215 w 12191999"/>
              <a:gd name="connsiteY39" fmla="*/ 235527 h 6857999"/>
              <a:gd name="connsiteX40" fmla="*/ 0 w 12191999"/>
              <a:gd name="connsiteY40" fmla="*/ 0 h 6857999"/>
              <a:gd name="connsiteX41" fmla="*/ 12191999 w 12191999"/>
              <a:gd name="connsiteY41" fmla="*/ 0 h 6857999"/>
              <a:gd name="connsiteX42" fmla="*/ 12191999 w 12191999"/>
              <a:gd name="connsiteY42" fmla="*/ 6857999 h 6857999"/>
              <a:gd name="connsiteX43" fmla="*/ 0 w 12191999"/>
              <a:gd name="connsiteY4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2191999" h="6857999">
                <a:moveTo>
                  <a:pt x="7592293" y="1077189"/>
                </a:moveTo>
                <a:cubicBezTo>
                  <a:pt x="7525340" y="1077189"/>
                  <a:pt x="7471063" y="1131465"/>
                  <a:pt x="7471063" y="1198418"/>
                </a:cubicBezTo>
                <a:lnTo>
                  <a:pt x="7471063" y="6369621"/>
                </a:lnTo>
                <a:cubicBezTo>
                  <a:pt x="7471063" y="6436574"/>
                  <a:pt x="7525340" y="6490851"/>
                  <a:pt x="7592293" y="6490851"/>
                </a:cubicBezTo>
                <a:lnTo>
                  <a:pt x="8077197" y="6490851"/>
                </a:lnTo>
                <a:cubicBezTo>
                  <a:pt x="8144150" y="6490851"/>
                  <a:pt x="8198427" y="6436574"/>
                  <a:pt x="8198427" y="6369621"/>
                </a:cubicBezTo>
                <a:lnTo>
                  <a:pt x="8198427" y="1198418"/>
                </a:lnTo>
                <a:cubicBezTo>
                  <a:pt x="8198427" y="1131465"/>
                  <a:pt x="8144150" y="1077189"/>
                  <a:pt x="8077197" y="1077189"/>
                </a:cubicBezTo>
                <a:close/>
                <a:moveTo>
                  <a:pt x="9337965" y="900543"/>
                </a:moveTo>
                <a:cubicBezTo>
                  <a:pt x="9271012" y="900543"/>
                  <a:pt x="9216735" y="954820"/>
                  <a:pt x="9216735" y="1021773"/>
                </a:cubicBezTo>
                <a:lnTo>
                  <a:pt x="9216735" y="6192976"/>
                </a:lnTo>
                <a:cubicBezTo>
                  <a:pt x="9216735" y="6259929"/>
                  <a:pt x="9271012" y="6314206"/>
                  <a:pt x="9337965" y="6314206"/>
                </a:cubicBezTo>
                <a:lnTo>
                  <a:pt x="9822869" y="6314206"/>
                </a:lnTo>
                <a:cubicBezTo>
                  <a:pt x="9889822" y="6314206"/>
                  <a:pt x="9944099" y="6259929"/>
                  <a:pt x="9944099" y="6192976"/>
                </a:cubicBezTo>
                <a:lnTo>
                  <a:pt x="9944099" y="1021773"/>
                </a:lnTo>
                <a:cubicBezTo>
                  <a:pt x="9944099" y="954820"/>
                  <a:pt x="9889822" y="900543"/>
                  <a:pt x="9822869" y="900543"/>
                </a:cubicBezTo>
                <a:close/>
                <a:moveTo>
                  <a:pt x="11042075" y="722167"/>
                </a:moveTo>
                <a:cubicBezTo>
                  <a:pt x="10975122" y="722167"/>
                  <a:pt x="10920845" y="776444"/>
                  <a:pt x="10920845" y="843397"/>
                </a:cubicBezTo>
                <a:lnTo>
                  <a:pt x="10920845" y="6014600"/>
                </a:lnTo>
                <a:cubicBezTo>
                  <a:pt x="10920845" y="6081553"/>
                  <a:pt x="10975122" y="6135830"/>
                  <a:pt x="11042075" y="6135830"/>
                </a:cubicBezTo>
                <a:lnTo>
                  <a:pt x="11526979" y="6135830"/>
                </a:lnTo>
                <a:cubicBezTo>
                  <a:pt x="11593932" y="6135830"/>
                  <a:pt x="11648209" y="6081553"/>
                  <a:pt x="11648209" y="6014600"/>
                </a:cubicBezTo>
                <a:lnTo>
                  <a:pt x="11648209" y="843397"/>
                </a:lnTo>
                <a:cubicBezTo>
                  <a:pt x="11648209" y="776444"/>
                  <a:pt x="11593932" y="722167"/>
                  <a:pt x="11526979" y="722167"/>
                </a:cubicBezTo>
                <a:close/>
                <a:moveTo>
                  <a:pt x="8499765" y="389658"/>
                </a:moveTo>
                <a:cubicBezTo>
                  <a:pt x="8432812" y="389658"/>
                  <a:pt x="8378535" y="443935"/>
                  <a:pt x="8378535" y="510887"/>
                </a:cubicBezTo>
                <a:lnTo>
                  <a:pt x="8378535" y="5682090"/>
                </a:lnTo>
                <a:cubicBezTo>
                  <a:pt x="8378535" y="5749043"/>
                  <a:pt x="8432812" y="5803320"/>
                  <a:pt x="8499765" y="5803320"/>
                </a:cubicBezTo>
                <a:lnTo>
                  <a:pt x="8984669" y="5803320"/>
                </a:lnTo>
                <a:cubicBezTo>
                  <a:pt x="9051622" y="5803320"/>
                  <a:pt x="9105899" y="5749043"/>
                  <a:pt x="9105899" y="5682090"/>
                </a:cubicBezTo>
                <a:lnTo>
                  <a:pt x="9105899" y="510887"/>
                </a:lnTo>
                <a:cubicBezTo>
                  <a:pt x="9105899" y="443935"/>
                  <a:pt x="9051622" y="389658"/>
                  <a:pt x="8984669" y="389658"/>
                </a:cubicBezTo>
                <a:close/>
                <a:moveTo>
                  <a:pt x="10162311" y="235527"/>
                </a:moveTo>
                <a:cubicBezTo>
                  <a:pt x="10095358" y="235527"/>
                  <a:pt x="10041081" y="289804"/>
                  <a:pt x="10041081" y="356757"/>
                </a:cubicBezTo>
                <a:lnTo>
                  <a:pt x="10041081" y="5527960"/>
                </a:lnTo>
                <a:cubicBezTo>
                  <a:pt x="10041081" y="5594913"/>
                  <a:pt x="10095358" y="5649190"/>
                  <a:pt x="10162311" y="5649190"/>
                </a:cubicBezTo>
                <a:lnTo>
                  <a:pt x="10647215" y="5649190"/>
                </a:lnTo>
                <a:cubicBezTo>
                  <a:pt x="10714168" y="5649190"/>
                  <a:pt x="10768445" y="5594913"/>
                  <a:pt x="10768445" y="5527960"/>
                </a:cubicBezTo>
                <a:lnTo>
                  <a:pt x="10768445" y="356757"/>
                </a:lnTo>
                <a:cubicBezTo>
                  <a:pt x="10768445" y="289804"/>
                  <a:pt x="10714168" y="235527"/>
                  <a:pt x="10647215" y="235527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132EFD-50CA-003F-4A7C-73D790B05A0D}"/>
              </a:ext>
            </a:extLst>
          </p:cNvPr>
          <p:cNvSpPr txBox="1"/>
          <p:nvPr/>
        </p:nvSpPr>
        <p:spPr>
          <a:xfrm>
            <a:off x="350158" y="582878"/>
            <a:ext cx="6868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HR ANALYTICS PROJECT </a:t>
            </a:r>
            <a:endParaRPr lang="en-IN" sz="3600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4DE652-D6C7-2B23-539F-6A38CDBBAA43}"/>
              </a:ext>
            </a:extLst>
          </p:cNvPr>
          <p:cNvSpPr/>
          <p:nvPr/>
        </p:nvSpPr>
        <p:spPr>
          <a:xfrm>
            <a:off x="706582" y="2244436"/>
            <a:ext cx="5029200" cy="4030686"/>
          </a:xfrm>
          <a:prstGeom prst="roundRect">
            <a:avLst>
              <a:gd name="adj" fmla="val 68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C74857-6A93-E8E6-D1C4-055821B0AA53}"/>
              </a:ext>
            </a:extLst>
          </p:cNvPr>
          <p:cNvSpPr txBox="1"/>
          <p:nvPr/>
        </p:nvSpPr>
        <p:spPr>
          <a:xfrm>
            <a:off x="992332" y="2353935"/>
            <a:ext cx="4457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Group-2 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Shreyas Reddy D 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Shivam Shekhar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Sowparnika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Parimala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Athira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Anikumar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Kaladevi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Ayyala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Lahari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Ramjee Prasad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083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0.25 -2.59259E-6 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D0EA29-DE36-F890-9334-43BA017E98E1}"/>
              </a:ext>
            </a:extLst>
          </p:cNvPr>
          <p:cNvSpPr/>
          <p:nvPr/>
        </p:nvSpPr>
        <p:spPr>
          <a:xfrm>
            <a:off x="1339645" y="1167440"/>
            <a:ext cx="9345561" cy="5343832"/>
          </a:xfrm>
          <a:prstGeom prst="roundRect">
            <a:avLst>
              <a:gd name="adj" fmla="val 489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AFA232-EAC3-A295-D34F-725215AC5FCB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EAE365-C04A-5636-C8C9-4130B0A5597A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INDEX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87772-BD89-B6A5-4F01-1AC765EF5140}"/>
              </a:ext>
            </a:extLst>
          </p:cNvPr>
          <p:cNvSpPr txBox="1"/>
          <p:nvPr/>
        </p:nvSpPr>
        <p:spPr>
          <a:xfrm>
            <a:off x="1450258" y="1078950"/>
            <a:ext cx="8495070" cy="493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Project Title and Teammates.                                                 01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KPIs and Their Observations.                                               3-10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Excel Dashboard.                                                                11-12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Tableau Dashboard.                                                               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MySQL Dashboard.                                                             14-16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Power BI Dashboard.                                                           17-18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Challenges and How They Were Overcome.                         19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Conclusion.                                                                            20</a:t>
            </a:r>
            <a:endParaRPr lang="en-IN" b="1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405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DF46-6DBE-61C3-C994-91ADC644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B6563C-69D0-2D83-BF92-1200C4E7E5C2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44837F-43C5-5EE8-096F-C007FF59398D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62DCDE-C81C-AEA0-2807-BDD24E4AD8C0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35F42C-7EDD-288E-4045-1F9F0C15AB2A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97ACB4-4E90-9C2C-AEF0-3F010323FC94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37E44E-EBD7-190F-0571-D8EF9EB49BD4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D99C77-F0D5-6F83-5DCD-67007FE05C8A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84AD892-A3A9-AB58-1C77-9AAE4E18FDCB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786D17-375C-B5CB-B51D-A64AD8D50D6B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0101F-819A-E318-4DAC-1324707B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066" y="1726932"/>
            <a:ext cx="5029902" cy="2381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455D2B-3741-BD3A-84C2-93442806D09A}"/>
              </a:ext>
            </a:extLst>
          </p:cNvPr>
          <p:cNvSpPr txBox="1"/>
          <p:nvPr/>
        </p:nvSpPr>
        <p:spPr>
          <a:xfrm>
            <a:off x="562782" y="154564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Avg Attrition Rate by Department 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attrition is seen in Research &amp; Development (51.21%), followed closely by Software and Support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 Resources (49.86%) and Hardware (49.44%) show comparatively lower attrition rates, indicating better retention in those areas.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31C04D-18A0-9E61-84EF-C0F1B642BCE5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4D1FC-1E81-9F8A-D5C7-025B43BDF9D4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1164272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B470-19A8-5FAD-35E6-2F797B0C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574D4B-6091-2A78-7033-960B93A09663}"/>
              </a:ext>
            </a:extLst>
          </p:cNvPr>
          <p:cNvGrpSpPr/>
          <p:nvPr/>
        </p:nvGrpSpPr>
        <p:grpSpPr>
          <a:xfrm>
            <a:off x="1769807" y="5978013"/>
            <a:ext cx="8927691" cy="707923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1C0D428-3F73-D5AA-4270-69B22FB4E878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119FEE-56FB-5E34-9A59-68C3FFDC0479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9D13AA-994B-FC70-EDC4-15A174D42C1D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DEE44B9-A137-40E3-9F89-899AC3EDECAF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3C1B96-6D9D-AD7B-DF1A-DED36F3B9E76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A806D0-3E5F-BEAC-4310-CBCDAA8F1C53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D89DC4-6A51-CB9B-A983-38E3426B4978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46A461-8910-5E61-6A4E-11DF51C9D864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955B27-0F21-9468-1952-1C40557151F0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82884E-92B1-1FEC-D3A8-CF8A10F93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1" y="1531914"/>
            <a:ext cx="4782217" cy="2267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65E850-6623-B564-FF00-5D890219DF60}"/>
              </a:ext>
            </a:extLst>
          </p:cNvPr>
          <p:cNvSpPr txBox="1"/>
          <p:nvPr/>
        </p:nvSpPr>
        <p:spPr>
          <a:xfrm>
            <a:off x="5600683" y="107895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Average hourly rate for Male Research Scientists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546D4-6BDD-D3FF-8C75-B473BC8D1582}"/>
              </a:ext>
            </a:extLst>
          </p:cNvPr>
          <p:cNvSpPr txBox="1"/>
          <p:nvPr/>
        </p:nvSpPr>
        <p:spPr>
          <a:xfrm>
            <a:off x="5600683" y="244292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The average hourly rate for Male Research Scientists in the Research &amp; Development department is ₹115.86.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This indicates a consistent compensation level for this role within the department</a:t>
            </a:r>
            <a:r>
              <a:rPr lang="en-US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146086-5EC9-2371-75F8-67B4B4D600C9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35372-56B1-F64F-90CD-E0A8CB158A50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88792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69303-D47A-67A0-A150-EDDD7F0D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90E083-33A5-3BC3-0658-F0FA6C9601C9}"/>
              </a:ext>
            </a:extLst>
          </p:cNvPr>
          <p:cNvGrpSpPr/>
          <p:nvPr/>
        </p:nvGrpSpPr>
        <p:grpSpPr>
          <a:xfrm>
            <a:off x="1769807" y="5997677"/>
            <a:ext cx="8927691" cy="688259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8AEE1C7-BD63-52F3-C7BB-6DBADF0969C3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E94A3B2-1B08-19E3-FD0D-DD03E1609C55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EFFA4A-0054-CB11-A68B-2A80724E4659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ACCBE3E-53C3-F5C7-1B82-F9DB47D8C2F2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AA26A4-76EA-FBC7-CBCB-798B0502CEFE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CFF705-90F1-8EFC-D449-4B40256B549E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63499F-4DDB-C508-9BE8-D48AD3DBDAAA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B8E137A-05FA-1371-2F2E-87DEE589B80B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48435DA-8ECE-08FC-090E-15AE71447C1A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E6BBE58-0698-2BFF-F065-846A7B01D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279" y="1270934"/>
            <a:ext cx="6831168" cy="2762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21A6E0-2A30-AFC3-535A-9084C622C3B0}"/>
              </a:ext>
            </a:extLst>
          </p:cNvPr>
          <p:cNvSpPr txBox="1"/>
          <p:nvPr/>
        </p:nvSpPr>
        <p:spPr>
          <a:xfrm>
            <a:off x="448298" y="2413337"/>
            <a:ext cx="48300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attrition rate remains fairly steady</a:t>
            </a:r>
            <a:r>
              <a:rPr lang="en-US" dirty="0"/>
              <a:t> between </a:t>
            </a:r>
            <a:r>
              <a:rPr lang="en-US" b="1" dirty="0"/>
              <a:t>47% and 56%</a:t>
            </a:r>
            <a:r>
              <a:rPr lang="en-US" dirty="0"/>
              <a:t> for most employees, regardless of years since last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a </a:t>
            </a:r>
            <a:r>
              <a:rPr lang="en-US" b="1" dirty="0"/>
              <a:t>sharp spike to 78%</a:t>
            </a:r>
            <a:r>
              <a:rPr lang="en-US" dirty="0"/>
              <a:t> indicates significantly higher attrition among employees who haven’t been promoted for many years.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DF431-1362-3DFC-CB22-B9AFDD058111}"/>
              </a:ext>
            </a:extLst>
          </p:cNvPr>
          <p:cNvSpPr txBox="1"/>
          <p:nvPr/>
        </p:nvSpPr>
        <p:spPr>
          <a:xfrm>
            <a:off x="255803" y="1224345"/>
            <a:ext cx="514071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Attrition rate Vs Year since last promotion relation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F191A0-C6C9-D563-CF3A-7FF6CBB9789A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F03F1-DB5D-619C-3A0D-EF9180A42BF2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1520363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C7393-40CD-CAEF-12B3-5AD46A56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72851E5-C838-0814-1AC3-541BEF0FBE7B}"/>
              </a:ext>
            </a:extLst>
          </p:cNvPr>
          <p:cNvGrpSpPr/>
          <p:nvPr/>
        </p:nvGrpSpPr>
        <p:grpSpPr>
          <a:xfrm>
            <a:off x="1769807" y="6056671"/>
            <a:ext cx="8927691" cy="629265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E40DA8C-AA7D-F404-ECE1-14869454002B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7D7082-1D9B-2243-4AAF-DC84E5A2DF7B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F709215-F407-968E-8FBA-07F3873C30D5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45D940-FBEB-E8C9-5C54-B35530AC16C5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C3CE11-A2DF-1274-7C91-291939B8882A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E391973-7C5F-8CA8-C4A5-EF7BBA14D692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EA8119-FD5B-5EA6-E267-ED2C461314F7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D4CAEB9-E74A-89D4-D7B4-DAEB9979491C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F4FBDBA-82B0-F6DC-9FDB-49523C7BB82E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2C61905-39CD-B0B6-930E-C2906E45C3FE}"/>
              </a:ext>
            </a:extLst>
          </p:cNvPr>
          <p:cNvSpPr txBox="1"/>
          <p:nvPr/>
        </p:nvSpPr>
        <p:spPr>
          <a:xfrm>
            <a:off x="6302477" y="1422908"/>
            <a:ext cx="58895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Attrition Rate by Income Band</a:t>
            </a:r>
            <a:endParaRPr lang="en-IN" sz="3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FE56C-77BE-E2D4-AC04-6AECF6F860BF}"/>
              </a:ext>
            </a:extLst>
          </p:cNvPr>
          <p:cNvSpPr txBox="1"/>
          <p:nvPr/>
        </p:nvSpPr>
        <p:spPr>
          <a:xfrm>
            <a:off x="60960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Attrition rates are nearly identical across all income bands, ranging from 49.88% to 50.37%.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shows that income level has little effect on employee turnover.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D248C2-5702-F277-5C56-2707C2C14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10" y="1816900"/>
            <a:ext cx="3982006" cy="201958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05C2B3-ABB6-FD9D-9555-BB78D3049CAA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AC704-E195-9A09-C5A4-3D2A176E3669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77060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E25A-F13E-DC72-24A1-12418A0B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A22879-15A9-FB66-FEC3-EAA03F558FA8}"/>
              </a:ext>
            </a:extLst>
          </p:cNvPr>
          <p:cNvGrpSpPr/>
          <p:nvPr/>
        </p:nvGrpSpPr>
        <p:grpSpPr>
          <a:xfrm>
            <a:off x="1769807" y="5948516"/>
            <a:ext cx="8927691" cy="737420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A99DA22-9D21-1D0D-EF63-E1B5F6BF41FB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ED0C53D-2B62-4A5B-62B5-9CAE185A5360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ECA3447-638F-F0FB-4D80-C4CE1DE32979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417CBD6-B773-7754-B5E8-1AE081AB3EA1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8F39862-C9F1-4589-0B2E-7B158D892F8B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12B530A-A0E0-10FE-60E2-CCADFD9F70B5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B7B98C-406D-3539-3FA3-F736E2A2C54D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14AE014-A4E3-BB04-E517-D0D2B2976C41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26B186-66DF-5CB2-E538-CF9D53C5F4B3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2DEB48-6C3F-8644-DEDA-B58B865D8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731" y="1986283"/>
            <a:ext cx="4248743" cy="2000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834E89-959E-6DC8-891D-078744C20CF4}"/>
              </a:ext>
            </a:extLst>
          </p:cNvPr>
          <p:cNvSpPr txBox="1"/>
          <p:nvPr/>
        </p:nvSpPr>
        <p:spPr>
          <a:xfrm>
            <a:off x="778841" y="1137772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Average of Total Working Years by Department</a:t>
            </a:r>
            <a:endParaRPr lang="en-IN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ED104-7FF6-3ED4-1440-F05820666C1E}"/>
              </a:ext>
            </a:extLst>
          </p:cNvPr>
          <p:cNvSpPr txBox="1"/>
          <p:nvPr/>
        </p:nvSpPr>
        <p:spPr>
          <a:xfrm>
            <a:off x="562782" y="2541242"/>
            <a:ext cx="67053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Employees across all departments have similar total working experience, averaging around 20 years.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Software department shows the highest average (20.65 years), while R&amp;D has the lowest (20.30 years).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445731-8579-0003-5984-85C73EC74289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C561C-73C6-4541-A9D3-3123D08CC4FC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400948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4A776-2857-9FBA-A545-BDC375D5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CC7A81-F1A0-726C-6A14-F99C75058034}"/>
              </a:ext>
            </a:extLst>
          </p:cNvPr>
          <p:cNvGrpSpPr/>
          <p:nvPr/>
        </p:nvGrpSpPr>
        <p:grpSpPr>
          <a:xfrm>
            <a:off x="1769807" y="6025028"/>
            <a:ext cx="8927691" cy="660908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43DC65E-51E3-725D-D401-8C41C6B426A7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F7AA6AD-7801-DE10-2213-BEEEDE3F9D16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E14F103-5130-03A1-6EA7-5F9FE8453718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D56215-D7F5-5994-F877-970C8A207DDE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FD5FA2C-CE03-2474-5491-65A6EC79C638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02CFAFD-E1A5-558D-D1FD-DC84E3B18ABB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53834FF-133A-E9BB-78B1-FD802DBB5109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F3EC069-508C-2F7F-D472-F8F10CBCA371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9A39286-8EE2-B7ED-0B15-BB24D9DBDF86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8B0425B-FC45-9696-C84E-080AA21C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49" y="1752888"/>
            <a:ext cx="3686689" cy="2467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1BE4A4-6844-971C-1FA0-94098ACDB7E5}"/>
              </a:ext>
            </a:extLst>
          </p:cNvPr>
          <p:cNvSpPr txBox="1"/>
          <p:nvPr/>
        </p:nvSpPr>
        <p:spPr>
          <a:xfrm>
            <a:off x="5193203" y="107895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</a:rPr>
              <a:t>Average of Age by Department</a:t>
            </a:r>
            <a:endParaRPr lang="en-IN" sz="3200" b="1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26AA3-69B5-4821-7EBE-A8ACBDA6FAC7}"/>
              </a:ext>
            </a:extLst>
          </p:cNvPr>
          <p:cNvSpPr txBox="1"/>
          <p:nvPr/>
        </p:nvSpPr>
        <p:spPr>
          <a:xfrm>
            <a:off x="5193202" y="1877722"/>
            <a:ext cx="69987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employee age is consistent across departments, ranging from 38.9 to 39.2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employees have the highest average age (39.2), while Support, HR, and Sales share the lowest (38.9).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6A79F0-41C8-6EA5-F75A-FA963BAAF2E5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CA674-2BFC-44A7-A510-B218CFAF56F3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63214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FBBA-F579-12EE-A949-2F94DC48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B62C6C-3BD3-1AF1-6C92-D281AA71C914}"/>
              </a:ext>
            </a:extLst>
          </p:cNvPr>
          <p:cNvGrpSpPr/>
          <p:nvPr/>
        </p:nvGrpSpPr>
        <p:grpSpPr>
          <a:xfrm>
            <a:off x="1769807" y="5998337"/>
            <a:ext cx="8927691" cy="687599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BBDCA4C-4128-4996-B903-D5FFAA85C6C1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A56EBE1-E8E0-1446-2663-EE992DA6A929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5A80A0-A03B-64F8-F5E1-E2E29D2BAE51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A7B7A2A-F898-F6E2-7058-9F7355D6A6E1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77E58A-3AE5-CD31-C643-584213D25864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82B7D4-36BA-AC0F-602A-743840F6DB02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95AFEF9-7EA7-66FC-44D1-9600CCF975C4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21BECC7-34D7-C9DF-7CBA-0C26E24CE242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5FB730-2033-4457-43BC-CCF166E90B0E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D2E9337-088D-F616-37AB-EF8A37DFE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640" y="1521984"/>
            <a:ext cx="3696216" cy="2476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C54647-66C8-FF0E-A959-CC5F9259E4A7}"/>
              </a:ext>
            </a:extLst>
          </p:cNvPr>
          <p:cNvSpPr txBox="1"/>
          <p:nvPr/>
        </p:nvSpPr>
        <p:spPr>
          <a:xfrm>
            <a:off x="861617" y="112087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Average Work-Life Balance by Job Role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67116-4D4C-6E3E-871F-BE92C120F914}"/>
              </a:ext>
            </a:extLst>
          </p:cNvPr>
          <p:cNvSpPr txBox="1"/>
          <p:nvPr/>
        </p:nvSpPr>
        <p:spPr>
          <a:xfrm>
            <a:off x="572613" y="2596936"/>
            <a:ext cx="74013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work-life balance across job roles ranges narrowly between 2.47 and 2.51, indicating consistent perceptions of work-life balance among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Scientists, Developers, Healthcare Representatives, and HR professionals report the highest average score (2.51).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Executives have the lowest average (2.47), suggesting slightly lower satisfaction with work-life balance compared to other roles.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27C266-7DA8-7E82-3861-AA34437A362C}"/>
              </a:ext>
            </a:extLst>
          </p:cNvPr>
          <p:cNvSpPr/>
          <p:nvPr/>
        </p:nvSpPr>
        <p:spPr>
          <a:xfrm>
            <a:off x="1238865" y="176981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D2EF0-7116-CE50-A67B-8A0469986CF2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526382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8CE1-B699-83C7-CD98-731ABAC6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871F5F2-FDC6-E0A1-54DF-B097666F3EA1}"/>
              </a:ext>
            </a:extLst>
          </p:cNvPr>
          <p:cNvGrpSpPr/>
          <p:nvPr/>
        </p:nvGrpSpPr>
        <p:grpSpPr>
          <a:xfrm>
            <a:off x="1769807" y="6037006"/>
            <a:ext cx="8927691" cy="648930"/>
            <a:chOff x="1769807" y="5663381"/>
            <a:chExt cx="8927691" cy="102255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953940F-A2DD-C0B2-93A6-CA1A2FDF962D}"/>
                </a:ext>
              </a:extLst>
            </p:cNvPr>
            <p:cNvSpPr/>
            <p:nvPr/>
          </p:nvSpPr>
          <p:spPr>
            <a:xfrm>
              <a:off x="1769807" y="5663381"/>
              <a:ext cx="8927691" cy="1022555"/>
            </a:xfrm>
            <a:prstGeom prst="roundRect">
              <a:avLst>
                <a:gd name="adj" fmla="val 4841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200" dirty="0">
                <a:latin typeface="Aptos Black" panose="020B00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716D287-AD73-8BDB-CF41-5183583BBE03}"/>
                </a:ext>
              </a:extLst>
            </p:cNvPr>
            <p:cNvSpPr/>
            <p:nvPr/>
          </p:nvSpPr>
          <p:spPr>
            <a:xfrm>
              <a:off x="5114148" y="5768880"/>
              <a:ext cx="973071" cy="84401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4D24FB-8215-691B-26AD-31892D51A9EA}"/>
                </a:ext>
              </a:extLst>
            </p:cNvPr>
            <p:cNvSpPr/>
            <p:nvPr/>
          </p:nvSpPr>
          <p:spPr>
            <a:xfrm>
              <a:off x="3994645" y="5736420"/>
              <a:ext cx="973071" cy="844013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8F2FDE7-3E46-DA85-AA1B-30940632F145}"/>
                </a:ext>
              </a:extLst>
            </p:cNvPr>
            <p:cNvSpPr/>
            <p:nvPr/>
          </p:nvSpPr>
          <p:spPr>
            <a:xfrm>
              <a:off x="2936546" y="5736419"/>
              <a:ext cx="973071" cy="84401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DCE23F-8771-83A7-1439-5F544C201EF5}"/>
                </a:ext>
              </a:extLst>
            </p:cNvPr>
            <p:cNvSpPr/>
            <p:nvPr/>
          </p:nvSpPr>
          <p:spPr>
            <a:xfrm>
              <a:off x="6172247" y="5736420"/>
              <a:ext cx="973071" cy="84401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CDBBC87-C99A-6628-7EA8-E7B4D347BB87}"/>
                </a:ext>
              </a:extLst>
            </p:cNvPr>
            <p:cNvSpPr/>
            <p:nvPr/>
          </p:nvSpPr>
          <p:spPr>
            <a:xfrm>
              <a:off x="7268132" y="5736420"/>
              <a:ext cx="973071" cy="844013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6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9278DC-3866-84EA-71AD-DFBD9775EE22}"/>
                </a:ext>
              </a:extLst>
            </p:cNvPr>
            <p:cNvSpPr/>
            <p:nvPr/>
          </p:nvSpPr>
          <p:spPr>
            <a:xfrm>
              <a:off x="8387636" y="5736420"/>
              <a:ext cx="973071" cy="84401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702131E-079B-C3EE-1635-32C91149E94E}"/>
                </a:ext>
              </a:extLst>
            </p:cNvPr>
            <p:cNvSpPr/>
            <p:nvPr/>
          </p:nvSpPr>
          <p:spPr>
            <a:xfrm>
              <a:off x="9507140" y="5768880"/>
              <a:ext cx="973071" cy="84401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400" dirty="0">
                  <a:latin typeface="Aptos Black" panose="020B00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C91B7E-4D84-0384-FFE3-7257B8223492}"/>
                </a:ext>
              </a:extLst>
            </p:cNvPr>
            <p:cNvSpPr/>
            <p:nvPr/>
          </p:nvSpPr>
          <p:spPr>
            <a:xfrm>
              <a:off x="1890259" y="5736417"/>
              <a:ext cx="973071" cy="844013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IN" sz="4800" dirty="0">
                  <a:latin typeface="Aptos Black" panose="020B0004020202020204" pitchFamily="34" charset="0"/>
                </a:rPr>
                <a:t>1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648658-0878-A4FA-6F7B-2E12A36489C9}"/>
              </a:ext>
            </a:extLst>
          </p:cNvPr>
          <p:cNvSpPr txBox="1"/>
          <p:nvPr/>
        </p:nvSpPr>
        <p:spPr>
          <a:xfrm>
            <a:off x="1069904" y="127284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4">
                    <a:lumMod val="75000"/>
                  </a:schemeClr>
                </a:solidFill>
              </a:rPr>
              <a:t>Attrition Count by Gender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7B3E1-77A9-8533-28A3-3C9D70D943ED}"/>
              </a:ext>
            </a:extLst>
          </p:cNvPr>
          <p:cNvSpPr txBox="1"/>
          <p:nvPr/>
        </p:nvSpPr>
        <p:spPr>
          <a:xfrm>
            <a:off x="861616" y="2038949"/>
            <a:ext cx="65125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Attrition is almost equally distributed between males (50.03%) and females (49.97%), with only a 0.06% difference.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indicates that gender has minimal impact on employee turnover within the organization.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B07EF-092D-634E-8935-857247C4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058" y="1272843"/>
            <a:ext cx="3220649" cy="295502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C156E1-766A-0065-C0A4-24900D5B1AA1}"/>
              </a:ext>
            </a:extLst>
          </p:cNvPr>
          <p:cNvSpPr/>
          <p:nvPr/>
        </p:nvSpPr>
        <p:spPr>
          <a:xfrm>
            <a:off x="1238865" y="176980"/>
            <a:ext cx="9556954" cy="77415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0A50D-ABF5-B325-2D20-F04C3F4E9F86}"/>
              </a:ext>
            </a:extLst>
          </p:cNvPr>
          <p:cNvSpPr txBox="1"/>
          <p:nvPr/>
        </p:nvSpPr>
        <p:spPr>
          <a:xfrm>
            <a:off x="1671484" y="304800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95168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97379EB6-01E7-C45C-974C-F82F19103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382E221-E94D-1CAA-FA55-1C4838A1A1F5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00018C-AAD4-2060-A31B-94ECD1BF8AA0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9A61D36E-0CA2-8238-D58B-705413AFF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11459FC-78DD-E887-AB03-98442B7F8777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5AA1D-7335-CC3A-721F-D1E1C499DD2A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980A682-C7E3-288A-EF75-7F3C3B1AE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D49A2D-5519-E642-1586-49AAEB25B10A}"/>
              </a:ext>
            </a:extLst>
          </p:cNvPr>
          <p:cNvGrpSpPr/>
          <p:nvPr/>
        </p:nvGrpSpPr>
        <p:grpSpPr>
          <a:xfrm>
            <a:off x="-2469773" y="2462646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7C2A58-7170-77CA-C0C2-7AC090415897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9EB60DFD-84AC-3F12-71AB-6517FE68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2D166C-B858-0180-4121-8A6D7E514D42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2DF7A5-6449-F86F-73DD-E2C3E2CB3607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40BAE4AC-6565-CF97-C07A-1526E896B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496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AC16-C7AB-35FF-A0A2-69A357A3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8F229A17-44F7-C819-D4C8-6D6F69DAF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7512B490-4058-F3C1-858B-F4781F5139CF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8FD774-A638-2478-DE3F-4C30C3206078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25EB5785-F16A-1BD7-BC3B-53B1CF667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D2813B-2130-FC8C-2253-FD6BA4A08DD2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AFDE71-4E33-6B37-A79F-8D41B70DBE28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BC7A8BD-8098-77A8-E75F-25FCF9D57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98FB40-CF56-93E0-0836-20EBD066DD10}"/>
              </a:ext>
            </a:extLst>
          </p:cNvPr>
          <p:cNvGrpSpPr/>
          <p:nvPr/>
        </p:nvGrpSpPr>
        <p:grpSpPr>
          <a:xfrm>
            <a:off x="-2469773" y="2462646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532941-21F2-AF7E-B01D-FDC62554AE17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ADD86A4B-7B59-AAEF-1062-9A4567306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78CC5C-5C24-A5DE-CB7A-89389471947C}"/>
              </a:ext>
            </a:extLst>
          </p:cNvPr>
          <p:cNvGrpSpPr/>
          <p:nvPr/>
        </p:nvGrpSpPr>
        <p:grpSpPr>
          <a:xfrm>
            <a:off x="-1311845" y="1202543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CF3752-9C8A-D99A-2520-AEDF94AB1D04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BE47C7E3-31D5-0045-A884-9DA2F06A6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B67D27E-0760-D082-0CC3-42FF7711A3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9165" y="985496"/>
            <a:ext cx="9568372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32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9022-158A-931E-A5FD-5281A647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F44270B7-5BF6-DD52-25FB-D711454E0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6A3DC30-445E-92E7-3CC3-CF672A591A37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77FDFB-11D5-ACBE-4F74-B98AEEE23173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5505EE8A-0C97-A266-97C9-67EE02136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0D340CF-934D-9C04-22A8-5CD57F8A1CE7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9F253D-A5F0-79C3-E720-492493F6E0D9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EEFE937-2036-3F6C-8340-3A287F4F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46860E-EA97-20EC-DC9B-3A04BC3D46BD}"/>
              </a:ext>
            </a:extLst>
          </p:cNvPr>
          <p:cNvGrpSpPr/>
          <p:nvPr/>
        </p:nvGrpSpPr>
        <p:grpSpPr>
          <a:xfrm>
            <a:off x="-2469773" y="2462646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C1C23C-BE7D-4909-9DDA-1B8752D58A03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A663B482-EA8D-0604-CD6C-1098441DA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008F471-B983-CAEB-70B7-88C40AFC168A}"/>
              </a:ext>
            </a:extLst>
          </p:cNvPr>
          <p:cNvGrpSpPr/>
          <p:nvPr/>
        </p:nvGrpSpPr>
        <p:grpSpPr>
          <a:xfrm>
            <a:off x="-1311845" y="1202543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EDC8CFD-716C-ED1D-B749-739F2FB4B3DE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796CDB48-4E11-4214-1AA0-3C9BD4D5C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5C5C4F6-DB1F-3FDA-BB7C-5171BAFC3B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2539" y="785443"/>
            <a:ext cx="95646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31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9238-98C4-E23E-A694-6937AC15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ADFB9240-5A9F-C444-92F3-6177445EB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75E2134-D095-92A8-C053-4BB2B6879B78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E4DF11-C00C-E7CA-71DA-788B364476AB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154187E6-7B4F-3EC9-5DDC-3C727432B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E53469C-D32D-86C3-5E80-A6568FF111B4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D8CEE7-F07B-F66E-11BA-675F28CCFA70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9C94A7E3-F550-4531-90E5-3D11356F6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878C5A8-C8C3-2568-8DD6-875558781B9D}"/>
              </a:ext>
            </a:extLst>
          </p:cNvPr>
          <p:cNvGrpSpPr/>
          <p:nvPr/>
        </p:nvGrpSpPr>
        <p:grpSpPr>
          <a:xfrm>
            <a:off x="-1073592" y="2432694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210417-599A-781F-F282-3CDB1639DB9F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E612ED87-5171-90FB-6E48-47AF684BC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709770-D8C0-3C57-DFB0-B327541DB2DF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5F3CEE-B430-7973-498A-901E18108C79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F94F87FE-2E68-517A-E402-441F08255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927D1A6-D7EF-F1F2-2C46-D320A143AF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7204" y="154425"/>
            <a:ext cx="8897592" cy="1886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F1A80D-84AC-FC76-BD55-B734DEA53F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4339" y="1887088"/>
            <a:ext cx="4991797" cy="2133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27EBCD-D7BA-5F59-F843-2C94F54DDD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1420" y="4005156"/>
            <a:ext cx="6924541" cy="266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12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E58B-A4BE-85DE-D44A-CDF412E7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20493674-E447-E215-D902-08C0EB6BF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27C7E873-3822-D459-2547-D53D98133581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CD8D8A-C965-1576-4C6D-F8867BF3A1BD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901409A7-EF23-2356-FB14-2E4A3AD8B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34349A-26CF-D69F-459C-A2CB55B2D1C7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E3654E-27E0-1BC6-576D-13C607589FC4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A84A955-F0E6-8B0D-EBAC-C893CDB1F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F0CCF8-D207-C7D8-F4B7-9470C8107BFA}"/>
              </a:ext>
            </a:extLst>
          </p:cNvPr>
          <p:cNvGrpSpPr/>
          <p:nvPr/>
        </p:nvGrpSpPr>
        <p:grpSpPr>
          <a:xfrm>
            <a:off x="-1073592" y="2432694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A1CFE2-6439-AD13-B516-26A29E6F0246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5FFD0A82-45A8-C0DC-0F16-2D095BE86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10501EE-CC0A-0A3F-77BB-0A486297B199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BC21D9-7648-2B55-FA6D-A30771C373BC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E67E116E-0AEA-7CC6-173E-240D53C8C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6F8C782-EF29-15BF-4422-26B37328CE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7233" y="106855"/>
            <a:ext cx="5077534" cy="1971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943DBB-BCD8-BE43-BE30-1534D5ADAF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4887" y="1839396"/>
            <a:ext cx="5287113" cy="2152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5DDA2A-D809-1299-EA03-BFBB5F2AA0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94688" y="4068679"/>
            <a:ext cx="8897592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1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60B0-5653-68E8-44D9-25F1799C6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66BC52C4-4E4B-64F6-FAE7-BBD608D30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A65BCB9-627C-F61B-22F9-3E5AD3A89ABC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E05424-F203-C795-898C-4D4025A839BC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D6CADF90-6FF1-6F94-FFA0-FCBEAE575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EA44D04-B5D5-9261-3839-5529E1E46F20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FC272A-DA47-266E-A2C5-3A29099A5DB3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4188B83-A5B6-6C69-7DE3-0FFAC289C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9FDCF7B-B4F5-4AB1-78E8-282251F9AF46}"/>
              </a:ext>
            </a:extLst>
          </p:cNvPr>
          <p:cNvGrpSpPr/>
          <p:nvPr/>
        </p:nvGrpSpPr>
        <p:grpSpPr>
          <a:xfrm>
            <a:off x="-1073592" y="2432694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F2D3D0B-F12E-A509-14C7-0A2184E36985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5AC1037D-1BC5-5ADF-944B-9C53BD5C4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B47876-12C6-9B91-B029-697047EB663F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276419-432F-2C77-572F-D12B4162E4AA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AB41897D-2415-00FC-E748-71E96007A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F972EC4-CA31-A3D7-9E59-FC3BEF6E95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5420" y="182313"/>
            <a:ext cx="8849960" cy="2172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679330-268C-2C85-F3A7-D543823A8C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9403" y="3306733"/>
            <a:ext cx="5525271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84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4E91-B212-ED57-AAE8-C81BC47F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CCEC54B8-5228-6487-6217-63AB39009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EA2F087-74F4-1052-B4B2-6F38C8F145DE}"/>
              </a:ext>
            </a:extLst>
          </p:cNvPr>
          <p:cNvGrpSpPr/>
          <p:nvPr/>
        </p:nvGrpSpPr>
        <p:grpSpPr>
          <a:xfrm>
            <a:off x="-940379" y="3659134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107837-2E35-30D8-005E-35DC3A7AAE2E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17313E1F-CD67-5B58-6B4B-F6D69D7AE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A4E15A0-966E-39D8-855F-FAA2175FA1B1}"/>
              </a:ext>
            </a:extLst>
          </p:cNvPr>
          <p:cNvGrpSpPr/>
          <p:nvPr/>
        </p:nvGrpSpPr>
        <p:grpSpPr>
          <a:xfrm>
            <a:off x="-2469773" y="485562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C3B288-9EB0-5BC4-4FD7-309F8EC1AE33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14135CC-B47D-A7DA-4FC9-2735FBE6F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2CAC8CD-B4A5-4868-E206-F8174596BB95}"/>
              </a:ext>
            </a:extLst>
          </p:cNvPr>
          <p:cNvGrpSpPr/>
          <p:nvPr/>
        </p:nvGrpSpPr>
        <p:grpSpPr>
          <a:xfrm>
            <a:off x="-2469773" y="2462646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F2077E-C93C-B1B6-0658-5B052E3C2670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385CCC08-6807-3C0C-F671-ECAD53CBF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FA8E4E9-CF7F-2FFF-CDE7-E55AF8637441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A54492-B8B0-715A-A539-029F442231B8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A4550B26-3C6C-EEA4-547D-41319AA1B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0323DD6-9C8C-8C85-8F30-0CA9B4E356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0080" y="1244067"/>
            <a:ext cx="9501920" cy="443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70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59B2-F2AF-EB3E-969C-A3A12ADC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453CD14D-8BFA-FB3A-E0EA-A31B79B6E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B1E0A3D-79D4-D23B-CB20-BC0E63BD9EF8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0D02CC-8DF6-D4D8-B4B3-945F1C8EC7D1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B20F3B16-D6A9-441F-61B4-269E9377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BA6930D-783C-16F9-7B0F-85EA38AFA74D}"/>
              </a:ext>
            </a:extLst>
          </p:cNvPr>
          <p:cNvGrpSpPr/>
          <p:nvPr/>
        </p:nvGrpSpPr>
        <p:grpSpPr>
          <a:xfrm>
            <a:off x="-940379" y="4751544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3F32EC-4862-E96F-AB7A-87751F1BEA40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5698060-34A7-7DAE-0BE5-2B30C91CA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B6C8A1D-5DA1-8F8E-1388-02068F3E777B}"/>
              </a:ext>
            </a:extLst>
          </p:cNvPr>
          <p:cNvGrpSpPr/>
          <p:nvPr/>
        </p:nvGrpSpPr>
        <p:grpSpPr>
          <a:xfrm>
            <a:off x="-2469773" y="2462646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1525CE-B117-80BB-7665-314797034E13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211B551A-D8CF-77F6-7565-5D5B7722A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058D23-FDD0-BA03-55CD-7E340DB46FD3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B5E7C9-A2DE-66AB-1421-005453877854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3E1486EC-E6BB-29C0-A9CE-D85DE6368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74910FD-33B2-5897-AF28-F3AA607F65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5194" y="996695"/>
            <a:ext cx="9378857" cy="524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33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EED8-0711-9165-0DCB-0F9E4818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DD274B4C-216B-B57D-C0AA-C1027F2F3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5879A8D2-C05E-7637-CCED-A1D01D71634C}"/>
              </a:ext>
            </a:extLst>
          </p:cNvPr>
          <p:cNvGrpSpPr/>
          <p:nvPr/>
        </p:nvGrpSpPr>
        <p:grpSpPr>
          <a:xfrm>
            <a:off x="-2460128" y="3607095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21884A-07C4-F36E-FA4D-1E43CEA5EE77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3C1A98EC-29B9-B2B4-9A17-BE49ABA83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77FC01-3E24-23D9-8993-3767A77C3A3B}"/>
              </a:ext>
            </a:extLst>
          </p:cNvPr>
          <p:cNvGrpSpPr/>
          <p:nvPr/>
        </p:nvGrpSpPr>
        <p:grpSpPr>
          <a:xfrm>
            <a:off x="-940379" y="4751544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167EA8-93BC-3B63-A157-E919B1C2C443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1C2253F-EE84-464E-FF4F-8AEFF6852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268E101-24B1-30A4-4E29-4ADEAF1E2E4B}"/>
              </a:ext>
            </a:extLst>
          </p:cNvPr>
          <p:cNvGrpSpPr/>
          <p:nvPr/>
        </p:nvGrpSpPr>
        <p:grpSpPr>
          <a:xfrm>
            <a:off x="-2469773" y="2462646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25A5C4-BDBB-CC88-7746-487684384233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262680AC-A741-9E32-CD13-22DC0CCBB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3A2194-D5D5-F5E2-21F2-D4C887F56FE7}"/>
              </a:ext>
            </a:extLst>
          </p:cNvPr>
          <p:cNvGrpSpPr/>
          <p:nvPr/>
        </p:nvGrpSpPr>
        <p:grpSpPr>
          <a:xfrm>
            <a:off x="-2447701" y="1200156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F74520-0583-DCA7-25E2-CC58163FF526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ACAC22ED-11B8-8D01-CAAF-44C11503A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4F58CA0-0F88-5C52-8A44-7CBB508DE9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2486" y="717755"/>
            <a:ext cx="9107277" cy="516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13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A5D4C8-4C86-0147-ED0F-38AFAB8C739F}"/>
              </a:ext>
            </a:extLst>
          </p:cNvPr>
          <p:cNvSpPr/>
          <p:nvPr/>
        </p:nvSpPr>
        <p:spPr>
          <a:xfrm>
            <a:off x="1071716" y="245806"/>
            <a:ext cx="10117394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396B9-FF20-6B28-3D78-76011919A375}"/>
              </a:ext>
            </a:extLst>
          </p:cNvPr>
          <p:cNvSpPr txBox="1"/>
          <p:nvPr/>
        </p:nvSpPr>
        <p:spPr>
          <a:xfrm>
            <a:off x="1278193" y="314650"/>
            <a:ext cx="963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Challenges and How They Were Overcome</a:t>
            </a:r>
            <a:endParaRPr lang="en-IN" sz="36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A2128-9AE6-887D-F493-651BE6B2BC10}"/>
              </a:ext>
            </a:extLst>
          </p:cNvPr>
          <p:cNvSpPr txBox="1"/>
          <p:nvPr/>
        </p:nvSpPr>
        <p:spPr>
          <a:xfrm>
            <a:off x="975360" y="1476224"/>
            <a:ext cx="117144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ptos" panose="020B0004020202020204" pitchFamily="34" charset="0"/>
              </a:rPr>
              <a:t>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Integrating data from multiple sources (Excel, MySQL) while maintaining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Handling data inconsistencies, missing values, and duplicate records in HR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Designing interactive dashboards in Tableau and Power BI with clear KPIs.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Ensuring real-time insights and smooth performance in visual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Difficulty in identifying key attrition drivers among numerous HR variables.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000" b="1" dirty="0">
                <a:latin typeface="Aptos" panose="020B0004020202020204" pitchFamily="34" charset="0"/>
              </a:rPr>
              <a:t>How They Were Overcome: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Used MySQL to clean, merge, and structure datasets efficiently using SQL joins and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Applied data validation and cleaning techniques in Excel before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Created optimized data models in Power BI and Tableau for faster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Used calculated fields and parameters to build dynamic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Focused analysis on specific KPIs such as attrition rate, work-life balance, and income to draw actionable insights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43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4041C9-AB03-B9C7-5B9D-B31B3C1BF29B}"/>
              </a:ext>
            </a:extLst>
          </p:cNvPr>
          <p:cNvSpPr/>
          <p:nvPr/>
        </p:nvSpPr>
        <p:spPr>
          <a:xfrm>
            <a:off x="1071716" y="245806"/>
            <a:ext cx="10117394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1C441-856D-5984-9ADF-C57F7C515061}"/>
              </a:ext>
            </a:extLst>
          </p:cNvPr>
          <p:cNvSpPr txBox="1"/>
          <p:nvPr/>
        </p:nvSpPr>
        <p:spPr>
          <a:xfrm>
            <a:off x="1484671" y="373626"/>
            <a:ext cx="8957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53B0B7-539F-37D9-5978-70EE2FFF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1" y="1821619"/>
            <a:ext cx="1110061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HR Analytics project successfully provided data-driven insights into employee attrition, job satisfaction, and work-life balance.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Attrition was influenced by factors such as income level, promotion gap, and work-life balance.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Analysis revealed that both genders experience similar attrition rates, indicating fair workforce policies.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Tools like Power BI and Tableau enabled clear, interactive visualization of HR KPIs.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project demonstrates how data analytics can support HR decision-making, helping reduce attrition and improve employee engagement</a:t>
            </a:r>
          </a:p>
        </p:txBody>
      </p:sp>
    </p:spTree>
    <p:extLst>
      <p:ext uri="{BB962C8B-B14F-4D97-AF65-F5344CB8AC3E}">
        <p14:creationId xmlns:p14="http://schemas.microsoft.com/office/powerpoint/2010/main" val="8801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A307-E85A-CA0A-5F74-F0BD0CE6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Avg</a:t>
            </a:r>
            <a:r>
              <a:rPr lang="en-IN" dirty="0"/>
              <a:t> Attrition rate is 50% so the management need to focus on </a:t>
            </a:r>
            <a:r>
              <a:rPr lang="en-IN"/>
              <a:t>the employee </a:t>
            </a:r>
            <a:r>
              <a:rPr lang="en-IN" dirty="0"/>
              <a:t>retention strategy.</a:t>
            </a:r>
          </a:p>
          <a:p>
            <a:r>
              <a:rPr lang="en-US" b="1" dirty="0"/>
              <a:t>Average Performance Rating:</a:t>
            </a:r>
            <a:r>
              <a:rPr lang="en-US" dirty="0"/>
              <a:t> Only </a:t>
            </a:r>
            <a:r>
              <a:rPr lang="en-US" b="1" dirty="0"/>
              <a:t>2.5/5</a:t>
            </a:r>
            <a:r>
              <a:rPr lang="en-US" dirty="0"/>
              <a:t> → indicates disengaged employees or ineffective performance management system, organization needs to focus on Quarterly and yearly progress.</a:t>
            </a:r>
          </a:p>
          <a:p>
            <a:r>
              <a:rPr lang="en-US" dirty="0"/>
              <a:t>Attrition increases sharply after </a:t>
            </a:r>
            <a:r>
              <a:rPr lang="en-US" b="1" dirty="0"/>
              <a:t>5–6 years since last promotion</a:t>
            </a:r>
            <a:r>
              <a:rPr lang="en-US" dirty="0"/>
              <a:t>, peaking at </a:t>
            </a:r>
            <a:r>
              <a:rPr lang="en-US" b="1" dirty="0"/>
              <a:t>78% around 33 </a:t>
            </a:r>
            <a:r>
              <a:rPr lang="en-US" b="1" dirty="0" err="1"/>
              <a:t>years</a:t>
            </a:r>
            <a:r>
              <a:rPr lang="en-US" dirty="0" err="1"/>
              <a:t>.Lack</a:t>
            </a:r>
            <a:r>
              <a:rPr lang="en-US" dirty="0"/>
              <a:t> of career advancement and delayed promotions directly fuel attrition. Employee engagements strategy should be made with HR heads.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9B70E3-962E-153D-9D5C-2D0E37A85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Conclusion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8A43D3-CD62-88F8-2E7D-8350012779B0}"/>
              </a:ext>
            </a:extLst>
          </p:cNvPr>
          <p:cNvSpPr/>
          <p:nvPr/>
        </p:nvSpPr>
        <p:spPr>
          <a:xfrm>
            <a:off x="938864" y="605118"/>
            <a:ext cx="10314272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000" b="1" dirty="0" err="1">
                <a:solidFill>
                  <a:schemeClr val="bg1"/>
                </a:solidFill>
                <a:latin typeface="Aptos Black" panose="020B0004020202020204" pitchFamily="34" charset="0"/>
              </a:rPr>
              <a:t>Impovement</a:t>
            </a:r>
            <a:r>
              <a:rPr lang="en-IN" dirty="0"/>
              <a:t>  </a:t>
            </a:r>
            <a:r>
              <a:rPr lang="en-IN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Strategies</a:t>
            </a:r>
          </a:p>
        </p:txBody>
      </p:sp>
    </p:spTree>
    <p:extLst>
      <p:ext uri="{BB962C8B-B14F-4D97-AF65-F5344CB8AC3E}">
        <p14:creationId xmlns:p14="http://schemas.microsoft.com/office/powerpoint/2010/main" val="1077665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D3A8F1-F534-1457-90BA-8D15942BEF7E}"/>
              </a:ext>
            </a:extLst>
          </p:cNvPr>
          <p:cNvSpPr txBox="1"/>
          <p:nvPr/>
        </p:nvSpPr>
        <p:spPr>
          <a:xfrm>
            <a:off x="2890684" y="2497394"/>
            <a:ext cx="64106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gradFill>
                  <a:gsLst>
                    <a:gs pos="30000">
                      <a:schemeClr val="tx2">
                        <a:lumMod val="75000"/>
                        <a:lumOff val="25000"/>
                      </a:schemeClr>
                    </a:gs>
                    <a:gs pos="72000">
                      <a:schemeClr val="accent1">
                        <a:lumMod val="5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 Black" panose="020F0502020204030204" pitchFamily="34" charset="0"/>
              </a:rPr>
              <a:t>THANK YOU</a:t>
            </a:r>
            <a:endParaRPr lang="en-IN" sz="8800" dirty="0">
              <a:gradFill>
                <a:gsLst>
                  <a:gs pos="30000">
                    <a:schemeClr val="tx2">
                      <a:lumMod val="75000"/>
                      <a:lumOff val="25000"/>
                    </a:schemeClr>
                  </a:gs>
                  <a:gs pos="7200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ptos Black" panose="020F0502020204030204" pitchFamily="34" charset="0"/>
            </a:endParaRPr>
          </a:p>
        </p:txBody>
      </p:sp>
      <p:sp>
        <p:nvSpPr>
          <p:cNvPr id="5" name="Right Triangle 3">
            <a:extLst>
              <a:ext uri="{FF2B5EF4-FFF2-40B4-BE49-F238E27FC236}">
                <a16:creationId xmlns:a16="http://schemas.microsoft.com/office/drawing/2014/main" id="{EE2D6EC4-8B9F-225B-39B0-1CFC593FFBBE}"/>
              </a:ext>
            </a:extLst>
          </p:cNvPr>
          <p:cNvSpPr/>
          <p:nvPr/>
        </p:nvSpPr>
        <p:spPr>
          <a:xfrm rot="10800000">
            <a:off x="0" y="-1"/>
            <a:ext cx="12192000" cy="5345606"/>
          </a:xfrm>
          <a:custGeom>
            <a:avLst/>
            <a:gdLst>
              <a:gd name="connsiteX0" fmla="*/ 0 w 12192000"/>
              <a:gd name="connsiteY0" fmla="*/ 5343832 h 5343832"/>
              <a:gd name="connsiteX1" fmla="*/ 0 w 12192000"/>
              <a:gd name="connsiteY1" fmla="*/ 0 h 5343832"/>
              <a:gd name="connsiteX2" fmla="*/ 12192000 w 12192000"/>
              <a:gd name="connsiteY2" fmla="*/ 5343832 h 5343832"/>
              <a:gd name="connsiteX3" fmla="*/ 0 w 12192000"/>
              <a:gd name="connsiteY3" fmla="*/ 5343832 h 5343832"/>
              <a:gd name="connsiteX0" fmla="*/ 0 w 12192000"/>
              <a:gd name="connsiteY0" fmla="*/ 5346101 h 5346101"/>
              <a:gd name="connsiteX1" fmla="*/ 0 w 12192000"/>
              <a:gd name="connsiteY1" fmla="*/ 2269 h 5346101"/>
              <a:gd name="connsiteX2" fmla="*/ 12192000 w 12192000"/>
              <a:gd name="connsiteY2" fmla="*/ 5346101 h 5346101"/>
              <a:gd name="connsiteX3" fmla="*/ 0 w 12192000"/>
              <a:gd name="connsiteY3" fmla="*/ 5346101 h 5346101"/>
              <a:gd name="connsiteX0" fmla="*/ 0 w 12192000"/>
              <a:gd name="connsiteY0" fmla="*/ 5345350 h 5346361"/>
              <a:gd name="connsiteX1" fmla="*/ 0 w 12192000"/>
              <a:gd name="connsiteY1" fmla="*/ 1518 h 5346361"/>
              <a:gd name="connsiteX2" fmla="*/ 12192000 w 12192000"/>
              <a:gd name="connsiteY2" fmla="*/ 5345350 h 5346361"/>
              <a:gd name="connsiteX3" fmla="*/ 0 w 12192000"/>
              <a:gd name="connsiteY3" fmla="*/ 5345350 h 5346361"/>
              <a:gd name="connsiteX0" fmla="*/ 0 w 12192000"/>
              <a:gd name="connsiteY0" fmla="*/ 5345606 h 5345606"/>
              <a:gd name="connsiteX1" fmla="*/ 0 w 12192000"/>
              <a:gd name="connsiteY1" fmla="*/ 1774 h 5345606"/>
              <a:gd name="connsiteX2" fmla="*/ 12192000 w 12192000"/>
              <a:gd name="connsiteY2" fmla="*/ 5345606 h 5345606"/>
              <a:gd name="connsiteX3" fmla="*/ 0 w 12192000"/>
              <a:gd name="connsiteY3" fmla="*/ 5345606 h 534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45606">
                <a:moveTo>
                  <a:pt x="0" y="5345606"/>
                </a:moveTo>
                <a:lnTo>
                  <a:pt x="0" y="1774"/>
                </a:lnTo>
                <a:cubicBezTo>
                  <a:pt x="5784645" y="-104743"/>
                  <a:pt x="7233264" y="4616381"/>
                  <a:pt x="12192000" y="5345606"/>
                </a:cubicBezTo>
                <a:lnTo>
                  <a:pt x="0" y="53456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254000" dist="101600" dir="18900000" algn="b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0A1C382-EBFE-FE68-3A55-EDEAE362A825}"/>
              </a:ext>
            </a:extLst>
          </p:cNvPr>
          <p:cNvSpPr/>
          <p:nvPr/>
        </p:nvSpPr>
        <p:spPr>
          <a:xfrm>
            <a:off x="0" y="1512394"/>
            <a:ext cx="12192000" cy="5345606"/>
          </a:xfrm>
          <a:custGeom>
            <a:avLst/>
            <a:gdLst>
              <a:gd name="connsiteX0" fmla="*/ 0 w 12192000"/>
              <a:gd name="connsiteY0" fmla="*/ 5343832 h 5343832"/>
              <a:gd name="connsiteX1" fmla="*/ 0 w 12192000"/>
              <a:gd name="connsiteY1" fmla="*/ 0 h 5343832"/>
              <a:gd name="connsiteX2" fmla="*/ 12192000 w 12192000"/>
              <a:gd name="connsiteY2" fmla="*/ 5343832 h 5343832"/>
              <a:gd name="connsiteX3" fmla="*/ 0 w 12192000"/>
              <a:gd name="connsiteY3" fmla="*/ 5343832 h 5343832"/>
              <a:gd name="connsiteX0" fmla="*/ 0 w 12192000"/>
              <a:gd name="connsiteY0" fmla="*/ 5346101 h 5346101"/>
              <a:gd name="connsiteX1" fmla="*/ 0 w 12192000"/>
              <a:gd name="connsiteY1" fmla="*/ 2269 h 5346101"/>
              <a:gd name="connsiteX2" fmla="*/ 12192000 w 12192000"/>
              <a:gd name="connsiteY2" fmla="*/ 5346101 h 5346101"/>
              <a:gd name="connsiteX3" fmla="*/ 0 w 12192000"/>
              <a:gd name="connsiteY3" fmla="*/ 5346101 h 5346101"/>
              <a:gd name="connsiteX0" fmla="*/ 0 w 12192000"/>
              <a:gd name="connsiteY0" fmla="*/ 5345350 h 5346361"/>
              <a:gd name="connsiteX1" fmla="*/ 0 w 12192000"/>
              <a:gd name="connsiteY1" fmla="*/ 1518 h 5346361"/>
              <a:gd name="connsiteX2" fmla="*/ 12192000 w 12192000"/>
              <a:gd name="connsiteY2" fmla="*/ 5345350 h 5346361"/>
              <a:gd name="connsiteX3" fmla="*/ 0 w 12192000"/>
              <a:gd name="connsiteY3" fmla="*/ 5345350 h 5346361"/>
              <a:gd name="connsiteX0" fmla="*/ 0 w 12192000"/>
              <a:gd name="connsiteY0" fmla="*/ 5345606 h 5345606"/>
              <a:gd name="connsiteX1" fmla="*/ 0 w 12192000"/>
              <a:gd name="connsiteY1" fmla="*/ 1774 h 5345606"/>
              <a:gd name="connsiteX2" fmla="*/ 12192000 w 12192000"/>
              <a:gd name="connsiteY2" fmla="*/ 5345606 h 5345606"/>
              <a:gd name="connsiteX3" fmla="*/ 0 w 12192000"/>
              <a:gd name="connsiteY3" fmla="*/ 5345606 h 534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45606">
                <a:moveTo>
                  <a:pt x="0" y="5345606"/>
                </a:moveTo>
                <a:lnTo>
                  <a:pt x="0" y="1774"/>
                </a:lnTo>
                <a:cubicBezTo>
                  <a:pt x="5784645" y="-104743"/>
                  <a:pt x="7233264" y="4616381"/>
                  <a:pt x="12192000" y="5345606"/>
                </a:cubicBezTo>
                <a:lnTo>
                  <a:pt x="0" y="53456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254000" dist="101600" dir="18900000" algn="b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73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882</Words>
  <Application>Microsoft Office PowerPoint</Application>
  <PresentationFormat>Widescreen</PresentationFormat>
  <Paragraphs>184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Amasis MT Pro</vt:lpstr>
      <vt:lpstr>Aptos</vt:lpstr>
      <vt:lpstr>Aptos Black</vt:lpstr>
      <vt:lpstr>Aptos Display</vt:lpstr>
      <vt:lpstr>Arial</vt:lpstr>
      <vt:lpstr>Arial Black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REDDY D</dc:creator>
  <cp:lastModifiedBy>Shivam Shekhar</cp:lastModifiedBy>
  <cp:revision>4</cp:revision>
  <dcterms:created xsi:type="dcterms:W3CDTF">2025-09-11T07:37:25Z</dcterms:created>
  <dcterms:modified xsi:type="dcterms:W3CDTF">2025-11-08T14:08:40Z</dcterms:modified>
</cp:coreProperties>
</file>